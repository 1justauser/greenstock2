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微软雅黑" panose="020B0503020204020204" pitchFamily="34" charset="-122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Liter" panose="020B0604020202020204" charset="0"/>
      <p:regular r:id="rId23"/>
    </p:embeddedFont>
    <p:embeddedFont>
      <p:font typeface="Quattrocento Sans" panose="020B0604020202020204" charset="0"/>
      <p:regular r:id="rId2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84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rapi.autentika.com/8f95fe608c3a502467c8beee084d1f9701a82624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987" r="9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5F2D">
                  <a:alpha val="95000"/>
                </a:srgbClr>
              </a:gs>
              <a:gs pos="50000">
                <a:srgbClr val="2C5F2D">
                  <a:alpha val="90000"/>
                </a:srgbClr>
              </a:gs>
              <a:gs pos="100000">
                <a:srgbClr val="97BC62">
                  <a:alpha val="8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633615" y="1724025"/>
            <a:ext cx="2924175" cy="419100"/>
          </a:xfrm>
          <a:custGeom>
            <a:avLst/>
            <a:gdLst/>
            <a:ahLst/>
            <a:cxnLst/>
            <a:rect l="l" t="t" r="r" b="b"/>
            <a:pathLst>
              <a:path w="2924175" h="419100">
                <a:moveTo>
                  <a:pt x="209550" y="0"/>
                </a:moveTo>
                <a:lnTo>
                  <a:pt x="2714625" y="0"/>
                </a:lnTo>
                <a:cubicBezTo>
                  <a:pt x="2830279" y="0"/>
                  <a:pt x="2924175" y="93896"/>
                  <a:pt x="2924175" y="209550"/>
                </a:cubicBezTo>
                <a:lnTo>
                  <a:pt x="2924175" y="209550"/>
                </a:lnTo>
                <a:cubicBezTo>
                  <a:pt x="2924175" y="325204"/>
                  <a:pt x="2830279" y="419100"/>
                  <a:pt x="2714625" y="419100"/>
                </a:cubicBezTo>
                <a:lnTo>
                  <a:pt x="209550" y="419100"/>
                </a:lnTo>
                <a:cubicBezTo>
                  <a:pt x="93896" y="419100"/>
                  <a:pt x="0" y="325204"/>
                  <a:pt x="0" y="209550"/>
                </a:cubicBezTo>
                <a:lnTo>
                  <a:pt x="0" y="209550"/>
                </a:lnTo>
                <a:cubicBezTo>
                  <a:pt x="0" y="93896"/>
                  <a:pt x="93896" y="0"/>
                  <a:pt x="20955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Text 2"/>
          <p:cNvSpPr/>
          <p:nvPr/>
        </p:nvSpPr>
        <p:spPr>
          <a:xfrm>
            <a:off x="4819352" y="180022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kern="0" spc="68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ПРОЕКТНАЯ ЗАЩИТА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41118" y="2371725"/>
            <a:ext cx="43053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GreenStock2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0" y="345757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8" name="Text 5"/>
          <p:cNvSpPr/>
          <p:nvPr/>
        </p:nvSpPr>
        <p:spPr>
          <a:xfrm>
            <a:off x="3361581" y="3800475"/>
            <a:ext cx="54673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Складской учёт семян и растений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934593" y="4333875"/>
            <a:ext cx="632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Автоматизация управления складом для ООО «ГринСток»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598170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Суслов Георгий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6248400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Аналитик-Тестировщик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579769" y="5981700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350" b="1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Шамсутдинов Нурсултан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589294" y="624840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Разработчик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129" y="373129"/>
            <a:ext cx="1152036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b="1" kern="0" spc="59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3129" y="671633"/>
            <a:ext cx="11669619" cy="4477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26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 проекта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1786" y="1305953"/>
            <a:ext cx="5606268" cy="1753708"/>
          </a:xfrm>
          <a:custGeom>
            <a:avLst/>
            <a:gdLst/>
            <a:ahLst/>
            <a:cxnLst/>
            <a:rect l="l" t="t" r="r" b="b"/>
            <a:pathLst>
              <a:path w="5606268" h="1753708">
                <a:moveTo>
                  <a:pt x="37313" y="0"/>
                </a:moveTo>
                <a:lnTo>
                  <a:pt x="5494329" y="0"/>
                </a:lnTo>
                <a:cubicBezTo>
                  <a:pt x="5556151" y="0"/>
                  <a:pt x="5606268" y="50117"/>
                  <a:pt x="5606268" y="111939"/>
                </a:cubicBezTo>
                <a:lnTo>
                  <a:pt x="5606268" y="1641769"/>
                </a:lnTo>
                <a:cubicBezTo>
                  <a:pt x="5606268" y="1703591"/>
                  <a:pt x="5556151" y="1753708"/>
                  <a:pt x="5494329" y="1753708"/>
                </a:cubicBezTo>
                <a:lnTo>
                  <a:pt x="37313" y="1753708"/>
                </a:lnTo>
                <a:cubicBezTo>
                  <a:pt x="16706" y="1753708"/>
                  <a:pt x="0" y="1737002"/>
                  <a:pt x="0" y="1716395"/>
                </a:cubicBezTo>
                <a:lnTo>
                  <a:pt x="0" y="37313"/>
                </a:lnTo>
                <a:cubicBezTo>
                  <a:pt x="0" y="16719"/>
                  <a:pt x="16719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923" dist="932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91786" y="1305953"/>
            <a:ext cx="37313" cy="1753708"/>
          </a:xfrm>
          <a:custGeom>
            <a:avLst/>
            <a:gdLst/>
            <a:ahLst/>
            <a:cxnLst/>
            <a:rect l="l" t="t" r="r" b="b"/>
            <a:pathLst>
              <a:path w="37313" h="1753708">
                <a:moveTo>
                  <a:pt x="37313" y="0"/>
                </a:moveTo>
                <a:lnTo>
                  <a:pt x="37313" y="0"/>
                </a:lnTo>
                <a:lnTo>
                  <a:pt x="37313" y="1753708"/>
                </a:lnTo>
                <a:lnTo>
                  <a:pt x="37313" y="1753708"/>
                </a:lnTo>
                <a:cubicBezTo>
                  <a:pt x="16706" y="1753708"/>
                  <a:pt x="0" y="1737002"/>
                  <a:pt x="0" y="1716395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97007" y="1492517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27602" y="1623112"/>
            <a:ext cx="186565" cy="186565"/>
          </a:xfrm>
          <a:custGeom>
            <a:avLst/>
            <a:gdLst/>
            <a:ahLst/>
            <a:cxnLst/>
            <a:rect l="l" t="t" r="r" b="b"/>
            <a:pathLst>
              <a:path w="186565" h="186565">
                <a:moveTo>
                  <a:pt x="163244" y="93282"/>
                </a:moveTo>
                <a:cubicBezTo>
                  <a:pt x="163244" y="54669"/>
                  <a:pt x="131895" y="23321"/>
                  <a:pt x="93282" y="23321"/>
                </a:cubicBezTo>
                <a:cubicBezTo>
                  <a:pt x="54669" y="23321"/>
                  <a:pt x="23321" y="54669"/>
                  <a:pt x="23321" y="93282"/>
                </a:cubicBezTo>
                <a:cubicBezTo>
                  <a:pt x="23321" y="131895"/>
                  <a:pt x="54669" y="163244"/>
                  <a:pt x="93282" y="163244"/>
                </a:cubicBezTo>
                <a:cubicBezTo>
                  <a:pt x="131895" y="163244"/>
                  <a:pt x="163244" y="131895"/>
                  <a:pt x="163244" y="93282"/>
                </a:cubicBezTo>
                <a:close/>
                <a:moveTo>
                  <a:pt x="0" y="93282"/>
                </a:moveTo>
                <a:cubicBezTo>
                  <a:pt x="0" y="41798"/>
                  <a:pt x="41798" y="0"/>
                  <a:pt x="93282" y="0"/>
                </a:cubicBezTo>
                <a:cubicBezTo>
                  <a:pt x="144766" y="0"/>
                  <a:pt x="186565" y="41798"/>
                  <a:pt x="186565" y="93282"/>
                </a:cubicBezTo>
                <a:cubicBezTo>
                  <a:pt x="186565" y="144766"/>
                  <a:pt x="144766" y="186565"/>
                  <a:pt x="93282" y="186565"/>
                </a:cubicBezTo>
                <a:cubicBezTo>
                  <a:pt x="41798" y="186565"/>
                  <a:pt x="0" y="144766"/>
                  <a:pt x="0" y="93282"/>
                </a:cubicBezTo>
                <a:close/>
                <a:moveTo>
                  <a:pt x="93282" y="122433"/>
                </a:moveTo>
                <a:cubicBezTo>
                  <a:pt x="109371" y="122433"/>
                  <a:pt x="122433" y="109371"/>
                  <a:pt x="122433" y="93282"/>
                </a:cubicBezTo>
                <a:cubicBezTo>
                  <a:pt x="122433" y="77194"/>
                  <a:pt x="109371" y="64132"/>
                  <a:pt x="93282" y="64132"/>
                </a:cubicBezTo>
                <a:cubicBezTo>
                  <a:pt x="77194" y="64132"/>
                  <a:pt x="64132" y="77194"/>
                  <a:pt x="64132" y="93282"/>
                </a:cubicBezTo>
                <a:cubicBezTo>
                  <a:pt x="64132" y="109371"/>
                  <a:pt x="77194" y="122433"/>
                  <a:pt x="93282" y="122433"/>
                </a:cubicBezTo>
                <a:close/>
                <a:moveTo>
                  <a:pt x="93282" y="40811"/>
                </a:moveTo>
                <a:cubicBezTo>
                  <a:pt x="122242" y="40811"/>
                  <a:pt x="145754" y="64323"/>
                  <a:pt x="145754" y="93282"/>
                </a:cubicBezTo>
                <a:cubicBezTo>
                  <a:pt x="145754" y="122242"/>
                  <a:pt x="122242" y="145754"/>
                  <a:pt x="93282" y="145754"/>
                </a:cubicBezTo>
                <a:cubicBezTo>
                  <a:pt x="64323" y="145754"/>
                  <a:pt x="40811" y="122242"/>
                  <a:pt x="40811" y="93282"/>
                </a:cubicBezTo>
                <a:cubicBezTo>
                  <a:pt x="40811" y="64323"/>
                  <a:pt x="64323" y="40811"/>
                  <a:pt x="93282" y="40811"/>
                </a:cubicBezTo>
                <a:close/>
                <a:moveTo>
                  <a:pt x="81622" y="93282"/>
                </a:moveTo>
                <a:cubicBezTo>
                  <a:pt x="81622" y="86847"/>
                  <a:pt x="86847" y="81622"/>
                  <a:pt x="93282" y="81622"/>
                </a:cubicBezTo>
                <a:cubicBezTo>
                  <a:pt x="99718" y="81622"/>
                  <a:pt x="104943" y="86847"/>
                  <a:pt x="104943" y="93282"/>
                </a:cubicBezTo>
                <a:cubicBezTo>
                  <a:pt x="104943" y="99718"/>
                  <a:pt x="99718" y="104943"/>
                  <a:pt x="93282" y="104943"/>
                </a:cubicBezTo>
                <a:cubicBezTo>
                  <a:pt x="86847" y="104943"/>
                  <a:pt x="81622" y="99718"/>
                  <a:pt x="81622" y="93282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1156701" y="1567143"/>
            <a:ext cx="1595128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Суть продукта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7007" y="2052211"/>
            <a:ext cx="5298436" cy="820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Разработка информационной системы для автоматизации учёта товаров на складе семян и растений, заменяющей неэффективные Excel-таблицы.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1786" y="3206580"/>
            <a:ext cx="5606268" cy="1753708"/>
          </a:xfrm>
          <a:custGeom>
            <a:avLst/>
            <a:gdLst/>
            <a:ahLst/>
            <a:cxnLst/>
            <a:rect l="l" t="t" r="r" b="b"/>
            <a:pathLst>
              <a:path w="5606268" h="1753708">
                <a:moveTo>
                  <a:pt x="37313" y="0"/>
                </a:moveTo>
                <a:lnTo>
                  <a:pt x="5494329" y="0"/>
                </a:lnTo>
                <a:cubicBezTo>
                  <a:pt x="5556151" y="0"/>
                  <a:pt x="5606268" y="50117"/>
                  <a:pt x="5606268" y="111939"/>
                </a:cubicBezTo>
                <a:lnTo>
                  <a:pt x="5606268" y="1641769"/>
                </a:lnTo>
                <a:cubicBezTo>
                  <a:pt x="5606268" y="1703591"/>
                  <a:pt x="5556151" y="1753708"/>
                  <a:pt x="5494329" y="1753708"/>
                </a:cubicBezTo>
                <a:lnTo>
                  <a:pt x="37313" y="1753708"/>
                </a:lnTo>
                <a:cubicBezTo>
                  <a:pt x="16706" y="1753708"/>
                  <a:pt x="0" y="1737002"/>
                  <a:pt x="0" y="1716395"/>
                </a:cubicBezTo>
                <a:lnTo>
                  <a:pt x="0" y="37313"/>
                </a:lnTo>
                <a:cubicBezTo>
                  <a:pt x="0" y="16719"/>
                  <a:pt x="16719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923" dist="932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1786" y="3206580"/>
            <a:ext cx="37313" cy="1753708"/>
          </a:xfrm>
          <a:custGeom>
            <a:avLst/>
            <a:gdLst/>
            <a:ahLst/>
            <a:cxnLst/>
            <a:rect l="l" t="t" r="r" b="b"/>
            <a:pathLst>
              <a:path w="37313" h="1753708">
                <a:moveTo>
                  <a:pt x="37313" y="0"/>
                </a:moveTo>
                <a:lnTo>
                  <a:pt x="37313" y="0"/>
                </a:lnTo>
                <a:lnTo>
                  <a:pt x="37313" y="1753708"/>
                </a:lnTo>
                <a:lnTo>
                  <a:pt x="37313" y="1753708"/>
                </a:lnTo>
                <a:cubicBezTo>
                  <a:pt x="16706" y="1753708"/>
                  <a:pt x="0" y="1737002"/>
                  <a:pt x="0" y="1716395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2" name="Shape 10"/>
          <p:cNvSpPr/>
          <p:nvPr/>
        </p:nvSpPr>
        <p:spPr>
          <a:xfrm>
            <a:off x="597007" y="3393145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3" name="Shape 11"/>
          <p:cNvSpPr/>
          <p:nvPr/>
        </p:nvSpPr>
        <p:spPr>
          <a:xfrm>
            <a:off x="704282" y="3523740"/>
            <a:ext cx="233206" cy="186565"/>
          </a:xfrm>
          <a:custGeom>
            <a:avLst/>
            <a:gdLst/>
            <a:ahLst/>
            <a:cxnLst/>
            <a:rect l="l" t="t" r="r" b="b"/>
            <a:pathLst>
              <a:path w="233206" h="186565">
                <a:moveTo>
                  <a:pt x="116603" y="5830"/>
                </a:moveTo>
                <a:cubicBezTo>
                  <a:pt x="137518" y="5830"/>
                  <a:pt x="154499" y="22811"/>
                  <a:pt x="154499" y="43726"/>
                </a:cubicBezTo>
                <a:cubicBezTo>
                  <a:pt x="154499" y="64641"/>
                  <a:pt x="137518" y="81622"/>
                  <a:pt x="116603" y="81622"/>
                </a:cubicBezTo>
                <a:cubicBezTo>
                  <a:pt x="95688" y="81622"/>
                  <a:pt x="78707" y="64641"/>
                  <a:pt x="78707" y="43726"/>
                </a:cubicBezTo>
                <a:cubicBezTo>
                  <a:pt x="78707" y="22811"/>
                  <a:pt x="95688" y="5830"/>
                  <a:pt x="116603" y="5830"/>
                </a:cubicBezTo>
                <a:close/>
                <a:moveTo>
                  <a:pt x="34981" y="32066"/>
                </a:moveTo>
                <a:cubicBezTo>
                  <a:pt x="49461" y="32066"/>
                  <a:pt x="61217" y="43822"/>
                  <a:pt x="61217" y="58301"/>
                </a:cubicBezTo>
                <a:cubicBezTo>
                  <a:pt x="61217" y="72781"/>
                  <a:pt x="49461" y="84537"/>
                  <a:pt x="34981" y="84537"/>
                </a:cubicBezTo>
                <a:cubicBezTo>
                  <a:pt x="20501" y="84537"/>
                  <a:pt x="8745" y="72781"/>
                  <a:pt x="8745" y="58301"/>
                </a:cubicBezTo>
                <a:cubicBezTo>
                  <a:pt x="8745" y="43822"/>
                  <a:pt x="20501" y="32066"/>
                  <a:pt x="34981" y="32066"/>
                </a:cubicBezTo>
                <a:close/>
                <a:moveTo>
                  <a:pt x="0" y="151584"/>
                </a:moveTo>
                <a:cubicBezTo>
                  <a:pt x="0" y="125822"/>
                  <a:pt x="20879" y="104943"/>
                  <a:pt x="46641" y="104943"/>
                </a:cubicBezTo>
                <a:cubicBezTo>
                  <a:pt x="51305" y="104943"/>
                  <a:pt x="55824" y="105635"/>
                  <a:pt x="60087" y="106910"/>
                </a:cubicBezTo>
                <a:cubicBezTo>
                  <a:pt x="48099" y="120320"/>
                  <a:pt x="40811" y="138029"/>
                  <a:pt x="40811" y="157414"/>
                </a:cubicBezTo>
                <a:lnTo>
                  <a:pt x="40811" y="163244"/>
                </a:lnTo>
                <a:cubicBezTo>
                  <a:pt x="40811" y="167398"/>
                  <a:pt x="41686" y="171333"/>
                  <a:pt x="43252" y="174904"/>
                </a:cubicBezTo>
                <a:lnTo>
                  <a:pt x="11660" y="174904"/>
                </a:lnTo>
                <a:cubicBezTo>
                  <a:pt x="5211" y="174904"/>
                  <a:pt x="0" y="169694"/>
                  <a:pt x="0" y="163244"/>
                </a:cubicBezTo>
                <a:lnTo>
                  <a:pt x="0" y="151584"/>
                </a:lnTo>
                <a:close/>
                <a:moveTo>
                  <a:pt x="189953" y="174904"/>
                </a:moveTo>
                <a:cubicBezTo>
                  <a:pt x="191520" y="171333"/>
                  <a:pt x="192395" y="167398"/>
                  <a:pt x="192395" y="163244"/>
                </a:cubicBezTo>
                <a:lnTo>
                  <a:pt x="192395" y="157414"/>
                </a:lnTo>
                <a:cubicBezTo>
                  <a:pt x="192395" y="138029"/>
                  <a:pt x="185107" y="120320"/>
                  <a:pt x="173119" y="106910"/>
                </a:cubicBezTo>
                <a:cubicBezTo>
                  <a:pt x="177382" y="105635"/>
                  <a:pt x="181901" y="104943"/>
                  <a:pt x="186565" y="104943"/>
                </a:cubicBezTo>
                <a:cubicBezTo>
                  <a:pt x="212327" y="104943"/>
                  <a:pt x="233206" y="125822"/>
                  <a:pt x="233206" y="151584"/>
                </a:cubicBezTo>
                <a:lnTo>
                  <a:pt x="233206" y="163244"/>
                </a:lnTo>
                <a:cubicBezTo>
                  <a:pt x="233206" y="169694"/>
                  <a:pt x="227995" y="174904"/>
                  <a:pt x="221546" y="174904"/>
                </a:cubicBezTo>
                <a:lnTo>
                  <a:pt x="189953" y="174904"/>
                </a:lnTo>
                <a:close/>
                <a:moveTo>
                  <a:pt x="171989" y="58301"/>
                </a:moveTo>
                <a:cubicBezTo>
                  <a:pt x="171989" y="43822"/>
                  <a:pt x="183745" y="32066"/>
                  <a:pt x="198225" y="32066"/>
                </a:cubicBezTo>
                <a:cubicBezTo>
                  <a:pt x="212705" y="32066"/>
                  <a:pt x="224461" y="43822"/>
                  <a:pt x="224461" y="58301"/>
                </a:cubicBezTo>
                <a:cubicBezTo>
                  <a:pt x="224461" y="72781"/>
                  <a:pt x="212705" y="84537"/>
                  <a:pt x="198225" y="84537"/>
                </a:cubicBezTo>
                <a:cubicBezTo>
                  <a:pt x="183745" y="84537"/>
                  <a:pt x="171989" y="72781"/>
                  <a:pt x="171989" y="58301"/>
                </a:cubicBezTo>
                <a:close/>
                <a:moveTo>
                  <a:pt x="58301" y="157414"/>
                </a:moveTo>
                <a:cubicBezTo>
                  <a:pt x="58301" y="125202"/>
                  <a:pt x="84391" y="99112"/>
                  <a:pt x="116603" y="99112"/>
                </a:cubicBezTo>
                <a:cubicBezTo>
                  <a:pt x="148814" y="99112"/>
                  <a:pt x="174904" y="125202"/>
                  <a:pt x="174904" y="157414"/>
                </a:cubicBezTo>
                <a:lnTo>
                  <a:pt x="174904" y="163244"/>
                </a:lnTo>
                <a:cubicBezTo>
                  <a:pt x="174904" y="169694"/>
                  <a:pt x="169694" y="174904"/>
                  <a:pt x="163244" y="174904"/>
                </a:cubicBezTo>
                <a:lnTo>
                  <a:pt x="69962" y="174904"/>
                </a:lnTo>
                <a:cubicBezTo>
                  <a:pt x="63512" y="174904"/>
                  <a:pt x="58301" y="169694"/>
                  <a:pt x="58301" y="163244"/>
                </a:cubicBezTo>
                <a:lnTo>
                  <a:pt x="58301" y="157414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1156701" y="3467770"/>
            <a:ext cx="2108181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Целевая аудитория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7007" y="3952839"/>
            <a:ext cx="5298436" cy="820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Склады садовых центров, питомники растений, оптовые базы семян — компании, нуждающиеся в контроле остатков и сроков годности.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1786" y="5107207"/>
            <a:ext cx="5606268" cy="1753708"/>
          </a:xfrm>
          <a:custGeom>
            <a:avLst/>
            <a:gdLst/>
            <a:ahLst/>
            <a:cxnLst/>
            <a:rect l="l" t="t" r="r" b="b"/>
            <a:pathLst>
              <a:path w="5606268" h="1753708">
                <a:moveTo>
                  <a:pt x="37313" y="0"/>
                </a:moveTo>
                <a:lnTo>
                  <a:pt x="5494329" y="0"/>
                </a:lnTo>
                <a:cubicBezTo>
                  <a:pt x="5556151" y="0"/>
                  <a:pt x="5606268" y="50117"/>
                  <a:pt x="5606268" y="111939"/>
                </a:cubicBezTo>
                <a:lnTo>
                  <a:pt x="5606268" y="1641769"/>
                </a:lnTo>
                <a:cubicBezTo>
                  <a:pt x="5606268" y="1703591"/>
                  <a:pt x="5556151" y="1753708"/>
                  <a:pt x="5494329" y="1753708"/>
                </a:cubicBezTo>
                <a:lnTo>
                  <a:pt x="37313" y="1753708"/>
                </a:lnTo>
                <a:cubicBezTo>
                  <a:pt x="16706" y="1753708"/>
                  <a:pt x="0" y="1737002"/>
                  <a:pt x="0" y="1716395"/>
                </a:cubicBezTo>
                <a:lnTo>
                  <a:pt x="0" y="37313"/>
                </a:lnTo>
                <a:cubicBezTo>
                  <a:pt x="0" y="16719"/>
                  <a:pt x="16719" y="0"/>
                  <a:pt x="3731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9923" dist="932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91786" y="5107207"/>
            <a:ext cx="37313" cy="1753708"/>
          </a:xfrm>
          <a:custGeom>
            <a:avLst/>
            <a:gdLst/>
            <a:ahLst/>
            <a:cxnLst/>
            <a:rect l="l" t="t" r="r" b="b"/>
            <a:pathLst>
              <a:path w="37313" h="1753708">
                <a:moveTo>
                  <a:pt x="37313" y="0"/>
                </a:moveTo>
                <a:lnTo>
                  <a:pt x="37313" y="0"/>
                </a:lnTo>
                <a:lnTo>
                  <a:pt x="37313" y="1753708"/>
                </a:lnTo>
                <a:lnTo>
                  <a:pt x="37313" y="1753708"/>
                </a:lnTo>
                <a:cubicBezTo>
                  <a:pt x="16706" y="1753708"/>
                  <a:pt x="0" y="1737002"/>
                  <a:pt x="0" y="1716395"/>
                </a:cubicBezTo>
                <a:lnTo>
                  <a:pt x="0" y="37313"/>
                </a:lnTo>
                <a:cubicBezTo>
                  <a:pt x="0" y="16706"/>
                  <a:pt x="16706" y="0"/>
                  <a:pt x="37313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Shape 16"/>
          <p:cNvSpPr/>
          <p:nvPr/>
        </p:nvSpPr>
        <p:spPr>
          <a:xfrm>
            <a:off x="597007" y="5293772"/>
            <a:ext cx="447755" cy="447755"/>
          </a:xfrm>
          <a:custGeom>
            <a:avLst/>
            <a:gdLst/>
            <a:ahLst/>
            <a:cxnLst/>
            <a:rect l="l" t="t" r="r" b="b"/>
            <a:pathLst>
              <a:path w="447755" h="447755">
                <a:moveTo>
                  <a:pt x="223878" y="0"/>
                </a:moveTo>
                <a:lnTo>
                  <a:pt x="223878" y="0"/>
                </a:lnTo>
                <a:cubicBezTo>
                  <a:pt x="347439" y="0"/>
                  <a:pt x="447755" y="100316"/>
                  <a:pt x="447755" y="223878"/>
                </a:cubicBezTo>
                <a:lnTo>
                  <a:pt x="447755" y="223878"/>
                </a:lnTo>
                <a:cubicBezTo>
                  <a:pt x="447755" y="347439"/>
                  <a:pt x="347439" y="447755"/>
                  <a:pt x="223878" y="447755"/>
                </a:cubicBezTo>
                <a:lnTo>
                  <a:pt x="223878" y="447755"/>
                </a:lnTo>
                <a:cubicBezTo>
                  <a:pt x="100316" y="447755"/>
                  <a:pt x="0" y="347439"/>
                  <a:pt x="0" y="223878"/>
                </a:cubicBezTo>
                <a:lnTo>
                  <a:pt x="0" y="223878"/>
                </a:lnTo>
                <a:cubicBezTo>
                  <a:pt x="0" y="100316"/>
                  <a:pt x="100316" y="0"/>
                  <a:pt x="223878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9" name="Shape 17"/>
          <p:cNvSpPr/>
          <p:nvPr/>
        </p:nvSpPr>
        <p:spPr>
          <a:xfrm>
            <a:off x="727602" y="5424367"/>
            <a:ext cx="186565" cy="186565"/>
          </a:xfrm>
          <a:custGeom>
            <a:avLst/>
            <a:gdLst/>
            <a:ahLst/>
            <a:cxnLst/>
            <a:rect l="l" t="t" r="r" b="b"/>
            <a:pathLst>
              <a:path w="186565" h="186565">
                <a:moveTo>
                  <a:pt x="93282" y="0"/>
                </a:moveTo>
                <a:cubicBezTo>
                  <a:pt x="98639" y="0"/>
                  <a:pt x="103558" y="2952"/>
                  <a:pt x="106109" y="7652"/>
                </a:cubicBezTo>
                <a:lnTo>
                  <a:pt x="184816" y="153406"/>
                </a:lnTo>
                <a:cubicBezTo>
                  <a:pt x="187257" y="157924"/>
                  <a:pt x="187148" y="163390"/>
                  <a:pt x="184524" y="167799"/>
                </a:cubicBezTo>
                <a:cubicBezTo>
                  <a:pt x="181901" y="172208"/>
                  <a:pt x="177127" y="174904"/>
                  <a:pt x="171989" y="174904"/>
                </a:cubicBezTo>
                <a:lnTo>
                  <a:pt x="14575" y="174904"/>
                </a:lnTo>
                <a:cubicBezTo>
                  <a:pt x="9438" y="174904"/>
                  <a:pt x="4701" y="172208"/>
                  <a:pt x="2041" y="167799"/>
                </a:cubicBezTo>
                <a:cubicBezTo>
                  <a:pt x="-619" y="163390"/>
                  <a:pt x="-692" y="157924"/>
                  <a:pt x="1749" y="153406"/>
                </a:cubicBezTo>
                <a:lnTo>
                  <a:pt x="80456" y="7652"/>
                </a:lnTo>
                <a:cubicBezTo>
                  <a:pt x="83007" y="2952"/>
                  <a:pt x="87926" y="0"/>
                  <a:pt x="93282" y="0"/>
                </a:cubicBezTo>
                <a:close/>
                <a:moveTo>
                  <a:pt x="93282" y="61217"/>
                </a:moveTo>
                <a:cubicBezTo>
                  <a:pt x="88436" y="61217"/>
                  <a:pt x="84537" y="65115"/>
                  <a:pt x="84537" y="69962"/>
                </a:cubicBezTo>
                <a:lnTo>
                  <a:pt x="84537" y="110773"/>
                </a:lnTo>
                <a:cubicBezTo>
                  <a:pt x="84537" y="115619"/>
                  <a:pt x="88436" y="119518"/>
                  <a:pt x="93282" y="119518"/>
                </a:cubicBezTo>
                <a:cubicBezTo>
                  <a:pt x="98129" y="119518"/>
                  <a:pt x="102028" y="115619"/>
                  <a:pt x="102028" y="110773"/>
                </a:cubicBezTo>
                <a:lnTo>
                  <a:pt x="102028" y="69962"/>
                </a:lnTo>
                <a:cubicBezTo>
                  <a:pt x="102028" y="65115"/>
                  <a:pt x="98129" y="61217"/>
                  <a:pt x="93282" y="61217"/>
                </a:cubicBezTo>
                <a:close/>
                <a:moveTo>
                  <a:pt x="103011" y="139923"/>
                </a:moveTo>
                <a:cubicBezTo>
                  <a:pt x="103233" y="136312"/>
                  <a:pt x="101432" y="132876"/>
                  <a:pt x="98336" y="131004"/>
                </a:cubicBezTo>
                <a:cubicBezTo>
                  <a:pt x="95240" y="129131"/>
                  <a:pt x="91361" y="129131"/>
                  <a:pt x="88265" y="131004"/>
                </a:cubicBezTo>
                <a:cubicBezTo>
                  <a:pt x="85169" y="132876"/>
                  <a:pt x="83368" y="136312"/>
                  <a:pt x="83590" y="139923"/>
                </a:cubicBezTo>
                <a:cubicBezTo>
                  <a:pt x="83368" y="143535"/>
                  <a:pt x="85169" y="146971"/>
                  <a:pt x="88265" y="148843"/>
                </a:cubicBezTo>
                <a:cubicBezTo>
                  <a:pt x="91361" y="150716"/>
                  <a:pt x="95240" y="150716"/>
                  <a:pt x="98336" y="148843"/>
                </a:cubicBezTo>
                <a:cubicBezTo>
                  <a:pt x="101432" y="146971"/>
                  <a:pt x="103233" y="143535"/>
                  <a:pt x="103011" y="139923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1156701" y="5368398"/>
            <a:ext cx="2304073" cy="298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63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Решаемые проблемы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7007" y="5853466"/>
            <a:ext cx="5298436" cy="820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22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Ручной учёт в Excel, отсутствие контроля остатков в реальном времени, риск отгрузки просроченных семян, сложность отслеживания движения товаров.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87679" y="1305953"/>
            <a:ext cx="5624924" cy="5550298"/>
          </a:xfrm>
          <a:custGeom>
            <a:avLst/>
            <a:gdLst/>
            <a:ahLst/>
            <a:cxnLst/>
            <a:rect l="l" t="t" r="r" b="b"/>
            <a:pathLst>
              <a:path w="5624924" h="5550298">
                <a:moveTo>
                  <a:pt x="111950" y="0"/>
                </a:moveTo>
                <a:lnTo>
                  <a:pt x="5512975" y="0"/>
                </a:lnTo>
                <a:cubicBezTo>
                  <a:pt x="5574761" y="0"/>
                  <a:pt x="5624924" y="50163"/>
                  <a:pt x="5624924" y="111950"/>
                </a:cubicBezTo>
                <a:lnTo>
                  <a:pt x="5624924" y="5438349"/>
                </a:lnTo>
                <a:cubicBezTo>
                  <a:pt x="5624924" y="5500135"/>
                  <a:pt x="5574761" y="5550298"/>
                  <a:pt x="5512975" y="5550298"/>
                </a:cubicBezTo>
                <a:lnTo>
                  <a:pt x="111950" y="5550298"/>
                </a:lnTo>
                <a:cubicBezTo>
                  <a:pt x="50163" y="5550298"/>
                  <a:pt x="0" y="5500135"/>
                  <a:pt x="0" y="5438349"/>
                </a:cubicBezTo>
                <a:lnTo>
                  <a:pt x="0" y="111950"/>
                </a:lnTo>
                <a:cubicBezTo>
                  <a:pt x="0" y="50163"/>
                  <a:pt x="50163" y="0"/>
                  <a:pt x="111950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2700000" scaled="1"/>
          </a:gradFill>
          <a:ln/>
          <a:effectLst>
            <a:outerShdw blurRad="139923" dist="93282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1379" y="1557815"/>
            <a:ext cx="314828" cy="279847"/>
          </a:xfrm>
          <a:custGeom>
            <a:avLst/>
            <a:gdLst/>
            <a:ahLst/>
            <a:cxnLst/>
            <a:rect l="l" t="t" r="r" b="b"/>
            <a:pathLst>
              <a:path w="314828" h="279847">
                <a:moveTo>
                  <a:pt x="122433" y="135551"/>
                </a:moveTo>
                <a:cubicBezTo>
                  <a:pt x="158633" y="135551"/>
                  <a:pt x="188022" y="106161"/>
                  <a:pt x="188022" y="69962"/>
                </a:cubicBezTo>
                <a:cubicBezTo>
                  <a:pt x="188022" y="33762"/>
                  <a:pt x="158633" y="4373"/>
                  <a:pt x="122433" y="4373"/>
                </a:cubicBezTo>
                <a:cubicBezTo>
                  <a:pt x="86233" y="4373"/>
                  <a:pt x="56844" y="33762"/>
                  <a:pt x="56844" y="69962"/>
                </a:cubicBezTo>
                <a:cubicBezTo>
                  <a:pt x="56844" y="106161"/>
                  <a:pt x="86233" y="135551"/>
                  <a:pt x="122433" y="135551"/>
                </a:cubicBezTo>
                <a:close/>
                <a:moveTo>
                  <a:pt x="106200" y="166159"/>
                </a:moveTo>
                <a:cubicBezTo>
                  <a:pt x="52362" y="166159"/>
                  <a:pt x="8745" y="209776"/>
                  <a:pt x="8745" y="263614"/>
                </a:cubicBezTo>
                <a:cubicBezTo>
                  <a:pt x="8745" y="272578"/>
                  <a:pt x="16015" y="279847"/>
                  <a:pt x="24979" y="279847"/>
                </a:cubicBezTo>
                <a:lnTo>
                  <a:pt x="162442" y="279847"/>
                </a:lnTo>
                <a:cubicBezTo>
                  <a:pt x="142656" y="256563"/>
                  <a:pt x="131178" y="226556"/>
                  <a:pt x="131178" y="194800"/>
                </a:cubicBezTo>
                <a:lnTo>
                  <a:pt x="131178" y="177801"/>
                </a:lnTo>
                <a:cubicBezTo>
                  <a:pt x="131178" y="173811"/>
                  <a:pt x="131725" y="169876"/>
                  <a:pt x="132763" y="166159"/>
                </a:cubicBezTo>
                <a:lnTo>
                  <a:pt x="106200" y="166159"/>
                </a:lnTo>
                <a:close/>
                <a:moveTo>
                  <a:pt x="243390" y="267002"/>
                </a:moveTo>
                <a:lnTo>
                  <a:pt x="236121" y="270446"/>
                </a:lnTo>
                <a:lnTo>
                  <a:pt x="236121" y="167635"/>
                </a:lnTo>
                <a:lnTo>
                  <a:pt x="288592" y="185125"/>
                </a:lnTo>
                <a:lnTo>
                  <a:pt x="288592" y="195838"/>
                </a:lnTo>
                <a:cubicBezTo>
                  <a:pt x="288592" y="226337"/>
                  <a:pt x="270992" y="254049"/>
                  <a:pt x="243390" y="267057"/>
                </a:cubicBezTo>
                <a:close/>
                <a:moveTo>
                  <a:pt x="230600" y="141837"/>
                </a:moveTo>
                <a:lnTo>
                  <a:pt x="169384" y="162224"/>
                </a:lnTo>
                <a:cubicBezTo>
                  <a:pt x="162224" y="164629"/>
                  <a:pt x="157414" y="171297"/>
                  <a:pt x="157414" y="178840"/>
                </a:cubicBezTo>
                <a:lnTo>
                  <a:pt x="157414" y="195838"/>
                </a:lnTo>
                <a:cubicBezTo>
                  <a:pt x="157414" y="236503"/>
                  <a:pt x="180917" y="273507"/>
                  <a:pt x="217647" y="290779"/>
                </a:cubicBezTo>
                <a:lnTo>
                  <a:pt x="227758" y="295534"/>
                </a:lnTo>
                <a:cubicBezTo>
                  <a:pt x="230382" y="296736"/>
                  <a:pt x="233224" y="297392"/>
                  <a:pt x="236066" y="297392"/>
                </a:cubicBezTo>
                <a:cubicBezTo>
                  <a:pt x="238908" y="297392"/>
                  <a:pt x="241805" y="296736"/>
                  <a:pt x="244374" y="295534"/>
                </a:cubicBezTo>
                <a:lnTo>
                  <a:pt x="254486" y="290779"/>
                </a:lnTo>
                <a:cubicBezTo>
                  <a:pt x="291325" y="273452"/>
                  <a:pt x="314828" y="236449"/>
                  <a:pt x="314828" y="195784"/>
                </a:cubicBezTo>
                <a:lnTo>
                  <a:pt x="314828" y="178785"/>
                </a:lnTo>
                <a:cubicBezTo>
                  <a:pt x="314828" y="171242"/>
                  <a:pt x="310018" y="164574"/>
                  <a:pt x="302858" y="162169"/>
                </a:cubicBezTo>
                <a:lnTo>
                  <a:pt x="241641" y="141782"/>
                </a:lnTo>
                <a:cubicBezTo>
                  <a:pt x="238034" y="140579"/>
                  <a:pt x="234153" y="140579"/>
                  <a:pt x="230600" y="14178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029" y="1529830"/>
            <a:ext cx="4962620" cy="335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4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Пользовательские роли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11557" y="2052211"/>
            <a:ext cx="5177169" cy="1809677"/>
          </a:xfrm>
          <a:custGeom>
            <a:avLst/>
            <a:gdLst/>
            <a:ahLst/>
            <a:cxnLst/>
            <a:rect l="l" t="t" r="r" b="b"/>
            <a:pathLst>
              <a:path w="5177169" h="1809677">
                <a:moveTo>
                  <a:pt x="74631" y="0"/>
                </a:moveTo>
                <a:lnTo>
                  <a:pt x="5102538" y="0"/>
                </a:lnTo>
                <a:cubicBezTo>
                  <a:pt x="5143756" y="0"/>
                  <a:pt x="5177169" y="33413"/>
                  <a:pt x="5177169" y="74631"/>
                </a:cubicBezTo>
                <a:lnTo>
                  <a:pt x="5177169" y="1735046"/>
                </a:lnTo>
                <a:cubicBezTo>
                  <a:pt x="5177169" y="1776264"/>
                  <a:pt x="5143756" y="1809677"/>
                  <a:pt x="5102538" y="1809677"/>
                </a:cubicBezTo>
                <a:lnTo>
                  <a:pt x="74631" y="1809677"/>
                </a:lnTo>
                <a:cubicBezTo>
                  <a:pt x="33413" y="1809677"/>
                  <a:pt x="0" y="1776264"/>
                  <a:pt x="0" y="1735046"/>
                </a:cubicBezTo>
                <a:lnTo>
                  <a:pt x="0" y="74631"/>
                </a:lnTo>
                <a:cubicBezTo>
                  <a:pt x="0" y="33413"/>
                  <a:pt x="33413" y="0"/>
                  <a:pt x="74631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60808" y="2201463"/>
            <a:ext cx="373129" cy="373129"/>
          </a:xfrm>
          <a:custGeom>
            <a:avLst/>
            <a:gdLst/>
            <a:ahLst/>
            <a:cxnLst/>
            <a:rect l="l" t="t" r="r" b="b"/>
            <a:pathLst>
              <a:path w="373129" h="373129">
                <a:moveTo>
                  <a:pt x="186565" y="0"/>
                </a:moveTo>
                <a:lnTo>
                  <a:pt x="186565" y="0"/>
                </a:lnTo>
                <a:cubicBezTo>
                  <a:pt x="289601" y="0"/>
                  <a:pt x="373129" y="83528"/>
                  <a:pt x="373129" y="186565"/>
                </a:cubicBezTo>
                <a:lnTo>
                  <a:pt x="373129" y="186565"/>
                </a:lnTo>
                <a:cubicBezTo>
                  <a:pt x="373129" y="289601"/>
                  <a:pt x="289601" y="373129"/>
                  <a:pt x="186565" y="373129"/>
                </a:cubicBezTo>
                <a:lnTo>
                  <a:pt x="186565" y="373129"/>
                </a:lnTo>
                <a:cubicBezTo>
                  <a:pt x="83528" y="373129"/>
                  <a:pt x="0" y="289601"/>
                  <a:pt x="0" y="186565"/>
                </a:cubicBezTo>
                <a:lnTo>
                  <a:pt x="0" y="186565"/>
                </a:lnTo>
                <a:cubicBezTo>
                  <a:pt x="0" y="83528"/>
                  <a:pt x="83528" y="0"/>
                  <a:pt x="1865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Shape 25"/>
          <p:cNvSpPr/>
          <p:nvPr/>
        </p:nvSpPr>
        <p:spPr>
          <a:xfrm>
            <a:off x="6654091" y="2313402"/>
            <a:ext cx="186565" cy="149252"/>
          </a:xfrm>
          <a:custGeom>
            <a:avLst/>
            <a:gdLst/>
            <a:ahLst/>
            <a:cxnLst/>
            <a:rect l="l" t="t" r="r" b="b"/>
            <a:pathLst>
              <a:path w="186565" h="149252">
                <a:moveTo>
                  <a:pt x="74772" y="2332"/>
                </a:moveTo>
                <a:cubicBezTo>
                  <a:pt x="94078" y="2332"/>
                  <a:pt x="109752" y="18006"/>
                  <a:pt x="109752" y="37313"/>
                </a:cubicBezTo>
                <a:cubicBezTo>
                  <a:pt x="109752" y="56619"/>
                  <a:pt x="94078" y="72294"/>
                  <a:pt x="74772" y="72294"/>
                </a:cubicBezTo>
                <a:cubicBezTo>
                  <a:pt x="55465" y="72294"/>
                  <a:pt x="39791" y="56619"/>
                  <a:pt x="39791" y="37313"/>
                </a:cubicBezTo>
                <a:cubicBezTo>
                  <a:pt x="39791" y="18006"/>
                  <a:pt x="55465" y="2332"/>
                  <a:pt x="74772" y="2332"/>
                </a:cubicBezTo>
                <a:close/>
                <a:moveTo>
                  <a:pt x="66085" y="88618"/>
                </a:moveTo>
                <a:lnTo>
                  <a:pt x="83400" y="88618"/>
                </a:lnTo>
                <a:lnTo>
                  <a:pt x="83837" y="88618"/>
                </a:lnTo>
                <a:cubicBezTo>
                  <a:pt x="80077" y="96431"/>
                  <a:pt x="81564" y="105584"/>
                  <a:pt x="87190" y="111793"/>
                </a:cubicBezTo>
                <a:cubicBezTo>
                  <a:pt x="81301" y="118294"/>
                  <a:pt x="79960" y="128059"/>
                  <a:pt x="84450" y="136105"/>
                </a:cubicBezTo>
                <a:lnTo>
                  <a:pt x="91009" y="147882"/>
                </a:lnTo>
                <a:cubicBezTo>
                  <a:pt x="91271" y="148348"/>
                  <a:pt x="91562" y="148814"/>
                  <a:pt x="91854" y="149252"/>
                </a:cubicBezTo>
                <a:lnTo>
                  <a:pt x="22767" y="149252"/>
                </a:lnTo>
                <a:cubicBezTo>
                  <a:pt x="17986" y="149252"/>
                  <a:pt x="14109" y="145375"/>
                  <a:pt x="14109" y="140594"/>
                </a:cubicBezTo>
                <a:cubicBezTo>
                  <a:pt x="14109" y="111880"/>
                  <a:pt x="37371" y="88618"/>
                  <a:pt x="66085" y="88618"/>
                </a:cubicBezTo>
                <a:close/>
                <a:moveTo>
                  <a:pt x="126106" y="72177"/>
                </a:moveTo>
                <a:cubicBezTo>
                  <a:pt x="126106" y="68300"/>
                  <a:pt x="129225" y="65181"/>
                  <a:pt x="133102" y="65181"/>
                </a:cubicBezTo>
                <a:lnTo>
                  <a:pt x="147095" y="65181"/>
                </a:lnTo>
                <a:cubicBezTo>
                  <a:pt x="150972" y="65181"/>
                  <a:pt x="154091" y="68300"/>
                  <a:pt x="154091" y="72177"/>
                </a:cubicBezTo>
                <a:lnTo>
                  <a:pt x="154091" y="73955"/>
                </a:lnTo>
                <a:cubicBezTo>
                  <a:pt x="154091" y="79465"/>
                  <a:pt x="161116" y="83517"/>
                  <a:pt x="165897" y="80777"/>
                </a:cubicBezTo>
                <a:lnTo>
                  <a:pt x="167354" y="79931"/>
                </a:lnTo>
                <a:cubicBezTo>
                  <a:pt x="170736" y="77978"/>
                  <a:pt x="175079" y="79173"/>
                  <a:pt x="176974" y="82584"/>
                </a:cubicBezTo>
                <a:lnTo>
                  <a:pt x="183504" y="94303"/>
                </a:lnTo>
                <a:cubicBezTo>
                  <a:pt x="185311" y="97567"/>
                  <a:pt x="184262" y="101649"/>
                  <a:pt x="181113" y="103631"/>
                </a:cubicBezTo>
                <a:lnTo>
                  <a:pt x="179743" y="104476"/>
                </a:lnTo>
                <a:cubicBezTo>
                  <a:pt x="175021" y="107420"/>
                  <a:pt x="175021" y="116107"/>
                  <a:pt x="179743" y="119081"/>
                </a:cubicBezTo>
                <a:lnTo>
                  <a:pt x="181084" y="119926"/>
                </a:lnTo>
                <a:cubicBezTo>
                  <a:pt x="184233" y="121908"/>
                  <a:pt x="185311" y="125989"/>
                  <a:pt x="183504" y="129254"/>
                </a:cubicBezTo>
                <a:lnTo>
                  <a:pt x="176945" y="141031"/>
                </a:lnTo>
                <a:cubicBezTo>
                  <a:pt x="175050" y="144442"/>
                  <a:pt x="170707" y="145666"/>
                  <a:pt x="167325" y="143684"/>
                </a:cubicBezTo>
                <a:lnTo>
                  <a:pt x="165897" y="142839"/>
                </a:lnTo>
                <a:cubicBezTo>
                  <a:pt x="161116" y="140069"/>
                  <a:pt x="154091" y="144150"/>
                  <a:pt x="154091" y="149660"/>
                </a:cubicBezTo>
                <a:lnTo>
                  <a:pt x="154091" y="151438"/>
                </a:lnTo>
                <a:cubicBezTo>
                  <a:pt x="154091" y="155315"/>
                  <a:pt x="150972" y="158434"/>
                  <a:pt x="147095" y="158434"/>
                </a:cubicBezTo>
                <a:lnTo>
                  <a:pt x="133102" y="158434"/>
                </a:lnTo>
                <a:cubicBezTo>
                  <a:pt x="129225" y="158434"/>
                  <a:pt x="126106" y="155315"/>
                  <a:pt x="126106" y="151438"/>
                </a:cubicBezTo>
                <a:lnTo>
                  <a:pt x="126106" y="149718"/>
                </a:lnTo>
                <a:cubicBezTo>
                  <a:pt x="126106" y="144179"/>
                  <a:pt x="119052" y="140098"/>
                  <a:pt x="114242" y="142868"/>
                </a:cubicBezTo>
                <a:lnTo>
                  <a:pt x="112842" y="143684"/>
                </a:lnTo>
                <a:cubicBezTo>
                  <a:pt x="109461" y="145637"/>
                  <a:pt x="105147" y="144442"/>
                  <a:pt x="103223" y="141031"/>
                </a:cubicBezTo>
                <a:lnTo>
                  <a:pt x="96635" y="129254"/>
                </a:lnTo>
                <a:cubicBezTo>
                  <a:pt x="94827" y="125989"/>
                  <a:pt x="95877" y="121879"/>
                  <a:pt x="99054" y="119897"/>
                </a:cubicBezTo>
                <a:lnTo>
                  <a:pt x="100337" y="119110"/>
                </a:lnTo>
                <a:cubicBezTo>
                  <a:pt x="105088" y="116166"/>
                  <a:pt x="105088" y="107420"/>
                  <a:pt x="100337" y="104476"/>
                </a:cubicBezTo>
                <a:lnTo>
                  <a:pt x="99025" y="103660"/>
                </a:lnTo>
                <a:cubicBezTo>
                  <a:pt x="95848" y="101678"/>
                  <a:pt x="94798" y="97567"/>
                  <a:pt x="96606" y="94303"/>
                </a:cubicBezTo>
                <a:lnTo>
                  <a:pt x="103164" y="82555"/>
                </a:lnTo>
                <a:cubicBezTo>
                  <a:pt x="105059" y="79144"/>
                  <a:pt x="109403" y="77949"/>
                  <a:pt x="112755" y="79902"/>
                </a:cubicBezTo>
                <a:lnTo>
                  <a:pt x="114154" y="80718"/>
                </a:lnTo>
                <a:cubicBezTo>
                  <a:pt x="118964" y="83488"/>
                  <a:pt x="126019" y="79407"/>
                  <a:pt x="126019" y="73868"/>
                </a:cubicBezTo>
                <a:lnTo>
                  <a:pt x="126019" y="72148"/>
                </a:lnTo>
                <a:close/>
                <a:moveTo>
                  <a:pt x="155228" y="111880"/>
                </a:moveTo>
                <a:cubicBezTo>
                  <a:pt x="155228" y="103514"/>
                  <a:pt x="148435" y="96722"/>
                  <a:pt x="140069" y="96722"/>
                </a:cubicBezTo>
                <a:cubicBezTo>
                  <a:pt x="131703" y="96722"/>
                  <a:pt x="124911" y="103514"/>
                  <a:pt x="124911" y="111880"/>
                </a:cubicBezTo>
                <a:cubicBezTo>
                  <a:pt x="124911" y="120247"/>
                  <a:pt x="131703" y="127039"/>
                  <a:pt x="140069" y="127039"/>
                </a:cubicBezTo>
                <a:cubicBezTo>
                  <a:pt x="148435" y="127039"/>
                  <a:pt x="155228" y="120247"/>
                  <a:pt x="155228" y="11188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8" name="Text 26"/>
          <p:cNvSpPr/>
          <p:nvPr/>
        </p:nvSpPr>
        <p:spPr>
          <a:xfrm>
            <a:off x="7045876" y="2257432"/>
            <a:ext cx="1464533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Администратор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60808" y="2649218"/>
            <a:ext cx="495329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Полный доступ к системе: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88793" y="3003691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126747" y="20435"/>
                </a:moveTo>
                <a:cubicBezTo>
                  <a:pt x="130916" y="23466"/>
                  <a:pt x="131849" y="29296"/>
                  <a:pt x="128817" y="33465"/>
                </a:cubicBezTo>
                <a:lnTo>
                  <a:pt x="54191" y="136076"/>
                </a:lnTo>
                <a:cubicBezTo>
                  <a:pt x="52588" y="138291"/>
                  <a:pt x="50110" y="139661"/>
                  <a:pt x="47370" y="139894"/>
                </a:cubicBezTo>
                <a:cubicBezTo>
                  <a:pt x="44630" y="140128"/>
                  <a:pt x="41977" y="139107"/>
                  <a:pt x="40053" y="137183"/>
                </a:cubicBezTo>
                <a:lnTo>
                  <a:pt x="2740" y="99870"/>
                </a:lnTo>
                <a:cubicBezTo>
                  <a:pt x="-904" y="96227"/>
                  <a:pt x="-904" y="90309"/>
                  <a:pt x="2740" y="86665"/>
                </a:cubicBezTo>
                <a:cubicBezTo>
                  <a:pt x="6384" y="83021"/>
                  <a:pt x="12302" y="83021"/>
                  <a:pt x="15945" y="86665"/>
                </a:cubicBezTo>
                <a:lnTo>
                  <a:pt x="45533" y="116253"/>
                </a:lnTo>
                <a:lnTo>
                  <a:pt x="113746" y="22475"/>
                </a:lnTo>
                <a:cubicBezTo>
                  <a:pt x="116778" y="18307"/>
                  <a:pt x="122608" y="17374"/>
                  <a:pt x="126777" y="204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6821999" y="2966378"/>
            <a:ext cx="1977585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операции с товарами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588793" y="3264881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126747" y="20435"/>
                </a:moveTo>
                <a:cubicBezTo>
                  <a:pt x="130916" y="23466"/>
                  <a:pt x="131849" y="29296"/>
                  <a:pt x="128817" y="33465"/>
                </a:cubicBezTo>
                <a:lnTo>
                  <a:pt x="54191" y="136076"/>
                </a:lnTo>
                <a:cubicBezTo>
                  <a:pt x="52588" y="138291"/>
                  <a:pt x="50110" y="139661"/>
                  <a:pt x="47370" y="139894"/>
                </a:cubicBezTo>
                <a:cubicBezTo>
                  <a:pt x="44630" y="140128"/>
                  <a:pt x="41977" y="139107"/>
                  <a:pt x="40053" y="137183"/>
                </a:cubicBezTo>
                <a:lnTo>
                  <a:pt x="2740" y="99870"/>
                </a:lnTo>
                <a:cubicBezTo>
                  <a:pt x="-904" y="96227"/>
                  <a:pt x="-904" y="90309"/>
                  <a:pt x="2740" y="86665"/>
                </a:cubicBezTo>
                <a:cubicBezTo>
                  <a:pt x="6384" y="83021"/>
                  <a:pt x="12302" y="83021"/>
                  <a:pt x="15945" y="86665"/>
                </a:cubicBezTo>
                <a:lnTo>
                  <a:pt x="45533" y="116253"/>
                </a:lnTo>
                <a:lnTo>
                  <a:pt x="113746" y="22475"/>
                </a:lnTo>
                <a:cubicBezTo>
                  <a:pt x="116778" y="18307"/>
                  <a:pt x="122608" y="17374"/>
                  <a:pt x="126777" y="204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3" name="Text 31"/>
          <p:cNvSpPr/>
          <p:nvPr/>
        </p:nvSpPr>
        <p:spPr>
          <a:xfrm>
            <a:off x="6821999" y="3227568"/>
            <a:ext cx="1819005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категориями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588793" y="3526072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126747" y="20435"/>
                </a:moveTo>
                <a:cubicBezTo>
                  <a:pt x="130916" y="23466"/>
                  <a:pt x="131849" y="29296"/>
                  <a:pt x="128817" y="33465"/>
                </a:cubicBezTo>
                <a:lnTo>
                  <a:pt x="54191" y="136076"/>
                </a:lnTo>
                <a:cubicBezTo>
                  <a:pt x="52588" y="138291"/>
                  <a:pt x="50110" y="139661"/>
                  <a:pt x="47370" y="139894"/>
                </a:cubicBezTo>
                <a:cubicBezTo>
                  <a:pt x="44630" y="140128"/>
                  <a:pt x="41977" y="139107"/>
                  <a:pt x="40053" y="137183"/>
                </a:cubicBezTo>
                <a:lnTo>
                  <a:pt x="2740" y="99870"/>
                </a:lnTo>
                <a:cubicBezTo>
                  <a:pt x="-904" y="96227"/>
                  <a:pt x="-904" y="90309"/>
                  <a:pt x="2740" y="86665"/>
                </a:cubicBezTo>
                <a:cubicBezTo>
                  <a:pt x="6384" y="83021"/>
                  <a:pt x="12302" y="83021"/>
                  <a:pt x="15945" y="86665"/>
                </a:cubicBezTo>
                <a:lnTo>
                  <a:pt x="45533" y="116253"/>
                </a:lnTo>
                <a:lnTo>
                  <a:pt x="113746" y="22475"/>
                </a:lnTo>
                <a:cubicBezTo>
                  <a:pt x="116778" y="18307"/>
                  <a:pt x="122608" y="17374"/>
                  <a:pt x="126777" y="204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6821999" y="3488759"/>
            <a:ext cx="1968257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Просмотр истории отгрузок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11557" y="4011140"/>
            <a:ext cx="5177169" cy="1809677"/>
          </a:xfrm>
          <a:custGeom>
            <a:avLst/>
            <a:gdLst/>
            <a:ahLst/>
            <a:cxnLst/>
            <a:rect l="l" t="t" r="r" b="b"/>
            <a:pathLst>
              <a:path w="5177169" h="1809677">
                <a:moveTo>
                  <a:pt x="74631" y="0"/>
                </a:moveTo>
                <a:lnTo>
                  <a:pt x="5102538" y="0"/>
                </a:lnTo>
                <a:cubicBezTo>
                  <a:pt x="5143756" y="0"/>
                  <a:pt x="5177169" y="33413"/>
                  <a:pt x="5177169" y="74631"/>
                </a:cubicBezTo>
                <a:lnTo>
                  <a:pt x="5177169" y="1735046"/>
                </a:lnTo>
                <a:cubicBezTo>
                  <a:pt x="5177169" y="1776264"/>
                  <a:pt x="5143756" y="1809677"/>
                  <a:pt x="5102538" y="1809677"/>
                </a:cubicBezTo>
                <a:lnTo>
                  <a:pt x="74631" y="1809677"/>
                </a:lnTo>
                <a:cubicBezTo>
                  <a:pt x="33413" y="1809677"/>
                  <a:pt x="0" y="1776264"/>
                  <a:pt x="0" y="1735046"/>
                </a:cubicBezTo>
                <a:lnTo>
                  <a:pt x="0" y="74631"/>
                </a:lnTo>
                <a:cubicBezTo>
                  <a:pt x="0" y="33413"/>
                  <a:pt x="33413" y="0"/>
                  <a:pt x="74631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60808" y="4160392"/>
            <a:ext cx="373129" cy="373129"/>
          </a:xfrm>
          <a:custGeom>
            <a:avLst/>
            <a:gdLst/>
            <a:ahLst/>
            <a:cxnLst/>
            <a:rect l="l" t="t" r="r" b="b"/>
            <a:pathLst>
              <a:path w="373129" h="373129">
                <a:moveTo>
                  <a:pt x="186565" y="0"/>
                </a:moveTo>
                <a:lnTo>
                  <a:pt x="186565" y="0"/>
                </a:lnTo>
                <a:cubicBezTo>
                  <a:pt x="289601" y="0"/>
                  <a:pt x="373129" y="83528"/>
                  <a:pt x="373129" y="186565"/>
                </a:cubicBezTo>
                <a:lnTo>
                  <a:pt x="373129" y="186565"/>
                </a:lnTo>
                <a:cubicBezTo>
                  <a:pt x="373129" y="289601"/>
                  <a:pt x="289601" y="373129"/>
                  <a:pt x="186565" y="373129"/>
                </a:cubicBezTo>
                <a:lnTo>
                  <a:pt x="186565" y="373129"/>
                </a:lnTo>
                <a:cubicBezTo>
                  <a:pt x="83528" y="373129"/>
                  <a:pt x="0" y="289601"/>
                  <a:pt x="0" y="186565"/>
                </a:cubicBezTo>
                <a:lnTo>
                  <a:pt x="0" y="186565"/>
                </a:lnTo>
                <a:cubicBezTo>
                  <a:pt x="0" y="83528"/>
                  <a:pt x="83528" y="0"/>
                  <a:pt x="186565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Shape 36"/>
          <p:cNvSpPr/>
          <p:nvPr/>
        </p:nvSpPr>
        <p:spPr>
          <a:xfrm>
            <a:off x="6682075" y="4272331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65298" y="72294"/>
                </a:moveTo>
                <a:cubicBezTo>
                  <a:pt x="84604" y="72294"/>
                  <a:pt x="100279" y="56619"/>
                  <a:pt x="100279" y="37313"/>
                </a:cubicBezTo>
                <a:cubicBezTo>
                  <a:pt x="100279" y="18006"/>
                  <a:pt x="84604" y="2332"/>
                  <a:pt x="65298" y="2332"/>
                </a:cubicBezTo>
                <a:cubicBezTo>
                  <a:pt x="45991" y="2332"/>
                  <a:pt x="30317" y="18006"/>
                  <a:pt x="30317" y="37313"/>
                </a:cubicBezTo>
                <a:cubicBezTo>
                  <a:pt x="30317" y="56619"/>
                  <a:pt x="45991" y="72294"/>
                  <a:pt x="65298" y="72294"/>
                </a:cubicBezTo>
                <a:close/>
                <a:moveTo>
                  <a:pt x="56640" y="88618"/>
                </a:moveTo>
                <a:cubicBezTo>
                  <a:pt x="27926" y="88618"/>
                  <a:pt x="4664" y="111880"/>
                  <a:pt x="4664" y="140594"/>
                </a:cubicBezTo>
                <a:cubicBezTo>
                  <a:pt x="4664" y="145375"/>
                  <a:pt x="8541" y="149252"/>
                  <a:pt x="13322" y="149252"/>
                </a:cubicBezTo>
                <a:lnTo>
                  <a:pt x="117273" y="149252"/>
                </a:lnTo>
                <a:cubicBezTo>
                  <a:pt x="122054" y="149252"/>
                  <a:pt x="125931" y="145375"/>
                  <a:pt x="125931" y="140594"/>
                </a:cubicBezTo>
                <a:cubicBezTo>
                  <a:pt x="125931" y="111880"/>
                  <a:pt x="102669" y="88618"/>
                  <a:pt x="73955" y="88618"/>
                </a:cubicBezTo>
                <a:lnTo>
                  <a:pt x="56640" y="88618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Text 37"/>
          <p:cNvSpPr/>
          <p:nvPr/>
        </p:nvSpPr>
        <p:spPr>
          <a:xfrm>
            <a:off x="7045876" y="4216361"/>
            <a:ext cx="1054090" cy="261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9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Кладовщик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60808" y="4608147"/>
            <a:ext cx="4953292" cy="2425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Ограниченный доступ: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588793" y="4962620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126747" y="20435"/>
                </a:moveTo>
                <a:cubicBezTo>
                  <a:pt x="130916" y="23466"/>
                  <a:pt x="131849" y="29296"/>
                  <a:pt x="128817" y="33465"/>
                </a:cubicBezTo>
                <a:lnTo>
                  <a:pt x="54191" y="136076"/>
                </a:lnTo>
                <a:cubicBezTo>
                  <a:pt x="52588" y="138291"/>
                  <a:pt x="50110" y="139661"/>
                  <a:pt x="47370" y="139894"/>
                </a:cubicBezTo>
                <a:cubicBezTo>
                  <a:pt x="44630" y="140128"/>
                  <a:pt x="41977" y="139107"/>
                  <a:pt x="40053" y="137183"/>
                </a:cubicBezTo>
                <a:lnTo>
                  <a:pt x="2740" y="99870"/>
                </a:lnTo>
                <a:cubicBezTo>
                  <a:pt x="-904" y="96227"/>
                  <a:pt x="-904" y="90309"/>
                  <a:pt x="2740" y="86665"/>
                </a:cubicBezTo>
                <a:cubicBezTo>
                  <a:pt x="6384" y="83021"/>
                  <a:pt x="12302" y="83021"/>
                  <a:pt x="15945" y="86665"/>
                </a:cubicBezTo>
                <a:lnTo>
                  <a:pt x="45533" y="116253"/>
                </a:lnTo>
                <a:lnTo>
                  <a:pt x="113746" y="22475"/>
                </a:lnTo>
                <a:cubicBezTo>
                  <a:pt x="116778" y="18307"/>
                  <a:pt x="122608" y="17374"/>
                  <a:pt x="126777" y="204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6821999" y="4925307"/>
            <a:ext cx="216415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Просмотр каталога и остатков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588793" y="5223810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126747" y="20435"/>
                </a:moveTo>
                <a:cubicBezTo>
                  <a:pt x="130916" y="23466"/>
                  <a:pt x="131849" y="29296"/>
                  <a:pt x="128817" y="33465"/>
                </a:cubicBezTo>
                <a:lnTo>
                  <a:pt x="54191" y="136076"/>
                </a:lnTo>
                <a:cubicBezTo>
                  <a:pt x="52588" y="138291"/>
                  <a:pt x="50110" y="139661"/>
                  <a:pt x="47370" y="139894"/>
                </a:cubicBezTo>
                <a:cubicBezTo>
                  <a:pt x="44630" y="140128"/>
                  <a:pt x="41977" y="139107"/>
                  <a:pt x="40053" y="137183"/>
                </a:cubicBezTo>
                <a:lnTo>
                  <a:pt x="2740" y="99870"/>
                </a:lnTo>
                <a:cubicBezTo>
                  <a:pt x="-904" y="96227"/>
                  <a:pt x="-904" y="90309"/>
                  <a:pt x="2740" y="86665"/>
                </a:cubicBezTo>
                <a:cubicBezTo>
                  <a:pt x="6384" y="83021"/>
                  <a:pt x="12302" y="83021"/>
                  <a:pt x="15945" y="86665"/>
                </a:cubicBezTo>
                <a:lnTo>
                  <a:pt x="45533" y="116253"/>
                </a:lnTo>
                <a:lnTo>
                  <a:pt x="113746" y="22475"/>
                </a:lnTo>
                <a:cubicBezTo>
                  <a:pt x="116778" y="18307"/>
                  <a:pt x="122608" y="17374"/>
                  <a:pt x="126777" y="204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4" name="Text 42"/>
          <p:cNvSpPr/>
          <p:nvPr/>
        </p:nvSpPr>
        <p:spPr>
          <a:xfrm>
            <a:off x="6821999" y="5186497"/>
            <a:ext cx="1371250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отгрузок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88793" y="5485001"/>
            <a:ext cx="130595" cy="149252"/>
          </a:xfrm>
          <a:custGeom>
            <a:avLst/>
            <a:gdLst/>
            <a:ahLst/>
            <a:cxnLst/>
            <a:rect l="l" t="t" r="r" b="b"/>
            <a:pathLst>
              <a:path w="130595" h="149252">
                <a:moveTo>
                  <a:pt x="126747" y="20435"/>
                </a:moveTo>
                <a:cubicBezTo>
                  <a:pt x="130916" y="23466"/>
                  <a:pt x="131849" y="29296"/>
                  <a:pt x="128817" y="33465"/>
                </a:cubicBezTo>
                <a:lnTo>
                  <a:pt x="54191" y="136076"/>
                </a:lnTo>
                <a:cubicBezTo>
                  <a:pt x="52588" y="138291"/>
                  <a:pt x="50110" y="139661"/>
                  <a:pt x="47370" y="139894"/>
                </a:cubicBezTo>
                <a:cubicBezTo>
                  <a:pt x="44630" y="140128"/>
                  <a:pt x="41977" y="139107"/>
                  <a:pt x="40053" y="137183"/>
                </a:cubicBezTo>
                <a:lnTo>
                  <a:pt x="2740" y="99870"/>
                </a:lnTo>
                <a:cubicBezTo>
                  <a:pt x="-904" y="96227"/>
                  <a:pt x="-904" y="90309"/>
                  <a:pt x="2740" y="86665"/>
                </a:cubicBezTo>
                <a:cubicBezTo>
                  <a:pt x="6384" y="83021"/>
                  <a:pt x="12302" y="83021"/>
                  <a:pt x="15945" y="86665"/>
                </a:cubicBezTo>
                <a:lnTo>
                  <a:pt x="45533" y="116253"/>
                </a:lnTo>
                <a:lnTo>
                  <a:pt x="113746" y="22475"/>
                </a:lnTo>
                <a:cubicBezTo>
                  <a:pt x="116778" y="18307"/>
                  <a:pt x="122608" y="17374"/>
                  <a:pt x="126777" y="2040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6" name="Text 44"/>
          <p:cNvSpPr/>
          <p:nvPr/>
        </p:nvSpPr>
        <p:spPr>
          <a:xfrm>
            <a:off x="6821999" y="5447688"/>
            <a:ext cx="2220119" cy="2238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5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Самостоятельная регистрация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OUR TEAM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Состав команды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33500"/>
            <a:ext cx="5562600" cy="5143500"/>
          </a:xfrm>
          <a:custGeom>
            <a:avLst/>
            <a:gdLst/>
            <a:ahLst/>
            <a:cxnLst/>
            <a:rect l="l" t="t" r="r" b="b"/>
            <a:pathLst>
              <a:path w="5562600" h="5143500">
                <a:moveTo>
                  <a:pt x="114289" y="0"/>
                </a:moveTo>
                <a:lnTo>
                  <a:pt x="5448311" y="0"/>
                </a:lnTo>
                <a:cubicBezTo>
                  <a:pt x="5511389" y="0"/>
                  <a:pt x="5562600" y="51211"/>
                  <a:pt x="5562600" y="114289"/>
                </a:cubicBezTo>
                <a:lnTo>
                  <a:pt x="5562600" y="5029211"/>
                </a:lnTo>
                <a:cubicBezTo>
                  <a:pt x="5562600" y="5092331"/>
                  <a:pt x="5511431" y="5143500"/>
                  <a:pt x="5448311" y="5143500"/>
                </a:cubicBezTo>
                <a:lnTo>
                  <a:pt x="114289" y="5143500"/>
                </a:lnTo>
                <a:cubicBezTo>
                  <a:pt x="51211" y="5143500"/>
                  <a:pt x="0" y="5092289"/>
                  <a:pt x="0" y="50292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3335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0" y="0"/>
                </a:moveTo>
                <a:lnTo>
                  <a:pt x="5562600" y="0"/>
                </a:lnTo>
                <a:lnTo>
                  <a:pt x="55626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0" scaled="1"/>
          </a:gradFill>
          <a:ln/>
        </p:spPr>
      </p:sp>
      <p:sp>
        <p:nvSpPr>
          <p:cNvPr id="6" name="Shape 4"/>
          <p:cNvSpPr/>
          <p:nvPr/>
        </p:nvSpPr>
        <p:spPr>
          <a:xfrm>
            <a:off x="609600" y="15621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8F9FA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7966" y="18002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38410"/>
                </a:moveTo>
                <a:cubicBezTo>
                  <a:pt x="88052" y="138410"/>
                  <a:pt x="58043" y="108401"/>
                  <a:pt x="58043" y="71438"/>
                </a:cubicBezTo>
                <a:cubicBezTo>
                  <a:pt x="58043" y="34474"/>
                  <a:pt x="88052" y="4465"/>
                  <a:pt x="125016" y="4465"/>
                </a:cubicBezTo>
                <a:cubicBezTo>
                  <a:pt x="161979" y="4465"/>
                  <a:pt x="191988" y="34474"/>
                  <a:pt x="191988" y="71437"/>
                </a:cubicBezTo>
                <a:cubicBezTo>
                  <a:pt x="191988" y="108401"/>
                  <a:pt x="161979" y="138410"/>
                  <a:pt x="125016" y="138410"/>
                </a:cubicBezTo>
                <a:close/>
                <a:moveTo>
                  <a:pt x="107993" y="169664"/>
                </a:moveTo>
                <a:lnTo>
                  <a:pt x="142038" y="169664"/>
                </a:lnTo>
                <a:cubicBezTo>
                  <a:pt x="147451" y="169664"/>
                  <a:pt x="151805" y="174017"/>
                  <a:pt x="151805" y="179431"/>
                </a:cubicBezTo>
                <a:cubicBezTo>
                  <a:pt x="151805" y="181775"/>
                  <a:pt x="150968" y="184007"/>
                  <a:pt x="149461" y="185793"/>
                </a:cubicBezTo>
                <a:lnTo>
                  <a:pt x="134169" y="203653"/>
                </a:lnTo>
                <a:lnTo>
                  <a:pt x="151470" y="267891"/>
                </a:lnTo>
                <a:lnTo>
                  <a:pt x="151805" y="267891"/>
                </a:lnTo>
                <a:lnTo>
                  <a:pt x="171115" y="190593"/>
                </a:lnTo>
                <a:cubicBezTo>
                  <a:pt x="172343" y="185738"/>
                  <a:pt x="177310" y="182780"/>
                  <a:pt x="181998" y="184565"/>
                </a:cubicBezTo>
                <a:cubicBezTo>
                  <a:pt x="216545" y="197737"/>
                  <a:pt x="241102" y="231223"/>
                  <a:pt x="241102" y="270402"/>
                </a:cubicBezTo>
                <a:cubicBezTo>
                  <a:pt x="241102" y="278829"/>
                  <a:pt x="234237" y="285694"/>
                  <a:pt x="225809" y="285694"/>
                </a:cubicBezTo>
                <a:lnTo>
                  <a:pt x="24222" y="285750"/>
                </a:lnTo>
                <a:cubicBezTo>
                  <a:pt x="15794" y="285750"/>
                  <a:pt x="8930" y="278885"/>
                  <a:pt x="8930" y="270458"/>
                </a:cubicBezTo>
                <a:cubicBezTo>
                  <a:pt x="8930" y="231279"/>
                  <a:pt x="33486" y="197793"/>
                  <a:pt x="68033" y="184621"/>
                </a:cubicBezTo>
                <a:cubicBezTo>
                  <a:pt x="72721" y="182835"/>
                  <a:pt x="77688" y="185793"/>
                  <a:pt x="78916" y="190649"/>
                </a:cubicBezTo>
                <a:lnTo>
                  <a:pt x="98227" y="267946"/>
                </a:lnTo>
                <a:lnTo>
                  <a:pt x="98561" y="267946"/>
                </a:lnTo>
                <a:lnTo>
                  <a:pt x="115863" y="203708"/>
                </a:lnTo>
                <a:lnTo>
                  <a:pt x="100571" y="185849"/>
                </a:lnTo>
                <a:cubicBezTo>
                  <a:pt x="99064" y="184063"/>
                  <a:pt x="98227" y="181831"/>
                  <a:pt x="98227" y="179487"/>
                </a:cubicBezTo>
                <a:cubicBezTo>
                  <a:pt x="98227" y="174073"/>
                  <a:pt x="102580" y="169720"/>
                  <a:pt x="107993" y="16972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638300"/>
            <a:ext cx="22383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Суслов Георгий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1981200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Аналитик-Тестировщик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3413" y="2819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847725" y="27813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Зона ответственности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23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740718" y="329565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28700" y="3200400"/>
            <a:ext cx="2219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Техническое задание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28700" y="3467100"/>
            <a:ext cx="2209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Написание и согласование ТЗ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848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17" name="Text 15"/>
          <p:cNvSpPr/>
          <p:nvPr/>
        </p:nvSpPr>
        <p:spPr>
          <a:xfrm>
            <a:off x="727918" y="39052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8700" y="3810000"/>
            <a:ext cx="2143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28700" y="4076700"/>
            <a:ext cx="213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пользовательских историй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4457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726281" y="45148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8700" y="4419600"/>
            <a:ext cx="2095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Тестовые сценарии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8700" y="4686300"/>
            <a:ext cx="2085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тест-кейсов (TC-01..TC-15)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09600" y="5067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5" name="Text 23"/>
          <p:cNvSpPr/>
          <p:nvPr/>
        </p:nvSpPr>
        <p:spPr>
          <a:xfrm>
            <a:off x="728067" y="51244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8700" y="5029200"/>
            <a:ext cx="1581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Макеты экранов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28700" y="52959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UI/UX дизайн в Figma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9600" y="567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9" name="Text 27"/>
          <p:cNvSpPr/>
          <p:nvPr/>
        </p:nvSpPr>
        <p:spPr>
          <a:xfrm>
            <a:off x="725984" y="57340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28700" y="563880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28700" y="5905500"/>
            <a:ext cx="2676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Проведение всех тестов, баг-репорт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48400" y="1333500"/>
            <a:ext cx="5562600" cy="5143500"/>
          </a:xfrm>
          <a:custGeom>
            <a:avLst/>
            <a:gdLst/>
            <a:ahLst/>
            <a:cxnLst/>
            <a:rect l="l" t="t" r="r" b="b"/>
            <a:pathLst>
              <a:path w="5562600" h="5143500">
                <a:moveTo>
                  <a:pt x="114289" y="0"/>
                </a:moveTo>
                <a:lnTo>
                  <a:pt x="5448311" y="0"/>
                </a:lnTo>
                <a:cubicBezTo>
                  <a:pt x="5511389" y="0"/>
                  <a:pt x="5562600" y="51211"/>
                  <a:pt x="5562600" y="114289"/>
                </a:cubicBezTo>
                <a:lnTo>
                  <a:pt x="5562600" y="5029211"/>
                </a:lnTo>
                <a:cubicBezTo>
                  <a:pt x="5562600" y="5092331"/>
                  <a:pt x="5511431" y="5143500"/>
                  <a:pt x="5448311" y="5143500"/>
                </a:cubicBezTo>
                <a:lnTo>
                  <a:pt x="114289" y="5143500"/>
                </a:lnTo>
                <a:cubicBezTo>
                  <a:pt x="51211" y="5143500"/>
                  <a:pt x="0" y="5092289"/>
                  <a:pt x="0" y="502921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48400" y="1333500"/>
            <a:ext cx="5562600" cy="1219200"/>
          </a:xfrm>
          <a:custGeom>
            <a:avLst/>
            <a:gdLst/>
            <a:ahLst/>
            <a:cxnLst/>
            <a:rect l="l" t="t" r="r" b="b"/>
            <a:pathLst>
              <a:path w="5562600" h="1219200">
                <a:moveTo>
                  <a:pt x="0" y="0"/>
                </a:moveTo>
                <a:lnTo>
                  <a:pt x="5562600" y="0"/>
                </a:lnTo>
                <a:lnTo>
                  <a:pt x="5562600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97BC62"/>
              </a:gs>
              <a:gs pos="100000">
                <a:srgbClr val="2C5F2D"/>
              </a:gs>
            </a:gsLst>
            <a:lin ang="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6477000" y="15621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8F9FA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99647" y="18002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7391400" y="1638300"/>
            <a:ext cx="34671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Шамсутдинов Нурсултан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91400" y="1981200"/>
            <a:ext cx="3419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Разработчик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00813" y="2819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9" name="Text 37"/>
          <p:cNvSpPr/>
          <p:nvPr/>
        </p:nvSpPr>
        <p:spPr>
          <a:xfrm>
            <a:off x="6715125" y="2781300"/>
            <a:ext cx="4962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Зона ответственности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77000" y="323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1" name="Text 39"/>
          <p:cNvSpPr/>
          <p:nvPr/>
        </p:nvSpPr>
        <p:spPr>
          <a:xfrm>
            <a:off x="6608118" y="329565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896100" y="320040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БД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96100" y="3467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Схема PostgreSQL, 5 таблиц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77000" y="3848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5" name="Text 43"/>
          <p:cNvSpPr/>
          <p:nvPr/>
        </p:nvSpPr>
        <p:spPr>
          <a:xfrm>
            <a:off x="6595318" y="39052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96100" y="381000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Разработка приложения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96100" y="4076700"/>
            <a:ext cx="2228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WinForms C#, Entity Framework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77000" y="44577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9" name="Text 47"/>
          <p:cNvSpPr/>
          <p:nvPr/>
        </p:nvSpPr>
        <p:spPr>
          <a:xfrm>
            <a:off x="6593681" y="45148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96100" y="4419600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Авторизация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96100" y="46863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BCrypt хеширование, роли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77000" y="5067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3" name="Text 51"/>
          <p:cNvSpPr/>
          <p:nvPr/>
        </p:nvSpPr>
        <p:spPr>
          <a:xfrm>
            <a:off x="6595467" y="51244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896100" y="5029200"/>
            <a:ext cx="2162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Бизнес-логика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96100" y="529590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Отгрузки, остатки, валидация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77000" y="5676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7" name="Text 55"/>
          <p:cNvSpPr/>
          <p:nvPr/>
        </p:nvSpPr>
        <p:spPr>
          <a:xfrm>
            <a:off x="6593384" y="57340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896100" y="5638800"/>
            <a:ext cx="2495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Исправление багов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896100" y="5905500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Критические и высокий приоритет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ANALYST &amp; TESTER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Цели и задачи: Аналитик-Тестировщик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3705225" cy="3505200"/>
          </a:xfrm>
          <a:custGeom>
            <a:avLst/>
            <a:gdLst/>
            <a:ahLst/>
            <a:cxnLst/>
            <a:rect l="l" t="t" r="r" b="b"/>
            <a:pathLst>
              <a:path w="3705225" h="3505200">
                <a:moveTo>
                  <a:pt x="114305" y="0"/>
                </a:moveTo>
                <a:lnTo>
                  <a:pt x="3590920" y="0"/>
                </a:lnTo>
                <a:cubicBezTo>
                  <a:pt x="3654049" y="0"/>
                  <a:pt x="3705225" y="51176"/>
                  <a:pt x="3705225" y="114305"/>
                </a:cubicBezTo>
                <a:lnTo>
                  <a:pt x="3705225" y="3390895"/>
                </a:lnTo>
                <a:cubicBezTo>
                  <a:pt x="3705225" y="3454024"/>
                  <a:pt x="3654049" y="3505200"/>
                  <a:pt x="3590920" y="3505200"/>
                </a:cubicBezTo>
                <a:lnTo>
                  <a:pt x="114305" y="3505200"/>
                </a:lnTo>
                <a:cubicBezTo>
                  <a:pt x="51176" y="3505200"/>
                  <a:pt x="0" y="3454024"/>
                  <a:pt x="0" y="33908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409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1524000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057400"/>
            <a:ext cx="34099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Обеспечить высокое качество продукта через глубокий анализ требований, чёткую документацию и комплексное тестирование всех функций системы.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4857750"/>
            <a:ext cx="3705225" cy="1619250"/>
          </a:xfrm>
          <a:custGeom>
            <a:avLst/>
            <a:gdLst/>
            <a:ahLst/>
            <a:cxnLst/>
            <a:rect l="l" t="t" r="r" b="b"/>
            <a:pathLst>
              <a:path w="3705225" h="1619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04947"/>
                </a:lnTo>
                <a:cubicBezTo>
                  <a:pt x="3705225" y="1568033"/>
                  <a:pt x="3654008" y="1619250"/>
                  <a:pt x="35909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48577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Shape 9"/>
          <p:cNvSpPr/>
          <p:nvPr/>
        </p:nvSpPr>
        <p:spPr>
          <a:xfrm>
            <a:off x="600075" y="5086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" y="50673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понравилось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5486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5448300"/>
            <a:ext cx="2400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логики системы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5791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" y="5753100"/>
            <a:ext cx="1743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Написание тест-кейсов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0075" y="6096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" y="605790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Видеть результат работы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750" y="1238250"/>
            <a:ext cx="3705225" cy="5238750"/>
          </a:xfrm>
          <a:custGeom>
            <a:avLst/>
            <a:gdLst/>
            <a:ahLst/>
            <a:cxnLst/>
            <a:rect l="l" t="t" r="r" b="b"/>
            <a:pathLst>
              <a:path w="3705225" h="5238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5124444"/>
                </a:lnTo>
                <a:cubicBezTo>
                  <a:pt x="3705225" y="5187573"/>
                  <a:pt x="3654048" y="5238750"/>
                  <a:pt x="3590919" y="5238750"/>
                </a:cubicBezTo>
                <a:lnTo>
                  <a:pt x="114306" y="5238750"/>
                </a:lnTo>
                <a:cubicBezTo>
                  <a:pt x="51177" y="5238750"/>
                  <a:pt x="0" y="5187573"/>
                  <a:pt x="0" y="512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4175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225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465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5079950" y="1562100"/>
            <a:ext cx="2409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Поставленные задачи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2250" y="21336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8450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4639568" y="226695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27550" y="2209800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Техническое задание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27550" y="2438400"/>
            <a:ext cx="2114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Детальное описание требований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2250" y="27813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08450" y="285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31" name="Text 29"/>
          <p:cNvSpPr/>
          <p:nvPr/>
        </p:nvSpPr>
        <p:spPr>
          <a:xfrm>
            <a:off x="4626769" y="29146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27550" y="2857500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27550" y="3086100"/>
            <a:ext cx="1685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историй для всех ролей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32250" y="34290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08450" y="350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36" name="Text 34"/>
          <p:cNvSpPr/>
          <p:nvPr/>
        </p:nvSpPr>
        <p:spPr>
          <a:xfrm>
            <a:off x="4625132" y="35623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27550" y="3505200"/>
            <a:ext cx="1304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Макеты экранов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27550" y="3733800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форм в Figma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32250" y="40767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8450" y="415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41" name="Text 39"/>
          <p:cNvSpPr/>
          <p:nvPr/>
        </p:nvSpPr>
        <p:spPr>
          <a:xfrm>
            <a:off x="4626918" y="42100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2755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Тестовые сценарии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27550" y="4381500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 тест-кейсов с приоритетами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32250" y="47244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845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46" name="Text 44"/>
          <p:cNvSpPr/>
          <p:nvPr/>
        </p:nvSpPr>
        <p:spPr>
          <a:xfrm>
            <a:off x="4624834" y="48577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927550" y="4800600"/>
            <a:ext cx="1771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927550" y="5029200"/>
            <a:ext cx="176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Прогон всех TC, баг-репорт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2501" y="1238250"/>
            <a:ext cx="3705225" cy="3790950"/>
          </a:xfrm>
          <a:custGeom>
            <a:avLst/>
            <a:gdLst/>
            <a:ahLst/>
            <a:cxnLst/>
            <a:rect l="l" t="t" r="r" b="b"/>
            <a:pathLst>
              <a:path w="3705225" h="3790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676644"/>
                </a:lnTo>
                <a:cubicBezTo>
                  <a:pt x="3705225" y="3739773"/>
                  <a:pt x="3654048" y="3790950"/>
                  <a:pt x="3590919" y="3790950"/>
                </a:cubicBezTo>
                <a:lnTo>
                  <a:pt x="114306" y="3790950"/>
                </a:lnTo>
                <a:cubicBezTo>
                  <a:pt x="51177" y="3790950"/>
                  <a:pt x="0" y="3739773"/>
                  <a:pt x="0" y="36766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02501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1" name="Shape 49"/>
          <p:cNvSpPr/>
          <p:nvPr/>
        </p:nvSpPr>
        <p:spPr>
          <a:xfrm>
            <a:off x="8321576" y="146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2" name="Text 50"/>
          <p:cNvSpPr/>
          <p:nvPr/>
        </p:nvSpPr>
        <p:spPr>
          <a:xfrm>
            <a:off x="8693051" y="14478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Сложности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21576" y="1866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4" name="Text 52"/>
          <p:cNvSpPr/>
          <p:nvPr/>
        </p:nvSpPr>
        <p:spPr>
          <a:xfrm>
            <a:off x="8559701" y="1828800"/>
            <a:ext cx="2333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Постоянные правки требований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21576" y="217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6" name="Text 54"/>
          <p:cNvSpPr/>
          <p:nvPr/>
        </p:nvSpPr>
        <p:spPr>
          <a:xfrm>
            <a:off x="8559701" y="213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Первый опыт в аналитике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21576" y="247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8" name="Text 56"/>
          <p:cNvSpPr/>
          <p:nvPr/>
        </p:nvSpPr>
        <p:spPr>
          <a:xfrm>
            <a:off x="8559701" y="243840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Согласование с разработчиком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21576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0" name="Text 58"/>
          <p:cNvSpPr/>
          <p:nvPr/>
        </p:nvSpPr>
        <p:spPr>
          <a:xfrm>
            <a:off x="8559701" y="2743200"/>
            <a:ext cx="1943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Выявление скрытых багов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02501" y="5162550"/>
            <a:ext cx="3705225" cy="1314450"/>
          </a:xfrm>
          <a:custGeom>
            <a:avLst/>
            <a:gdLst/>
            <a:ahLst/>
            <a:cxnLst/>
            <a:rect l="l" t="t" r="r" b="b"/>
            <a:pathLst>
              <a:path w="3705225" h="1314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45"/>
                </a:lnTo>
                <a:cubicBezTo>
                  <a:pt x="3705225" y="1263274"/>
                  <a:pt x="3654049" y="1314450"/>
                  <a:pt x="3590920" y="1314450"/>
                </a:cubicBezTo>
                <a:lnTo>
                  <a:pt x="114305" y="1314450"/>
                </a:lnTo>
                <a:cubicBezTo>
                  <a:pt x="51176" y="1314450"/>
                  <a:pt x="0" y="1263274"/>
                  <a:pt x="0" y="12001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102501" y="516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3" name="Shape 61"/>
          <p:cNvSpPr/>
          <p:nvPr/>
        </p:nvSpPr>
        <p:spPr>
          <a:xfrm>
            <a:off x="8321576" y="5391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4751" y="177745"/>
                </a:moveTo>
                <a:cubicBezTo>
                  <a:pt x="145643" y="165244"/>
                  <a:pt x="130909" y="157163"/>
                  <a:pt x="114300" y="157163"/>
                </a:cubicBezTo>
                <a:cubicBezTo>
                  <a:pt x="97691" y="157163"/>
                  <a:pt x="82957" y="165244"/>
                  <a:pt x="73849" y="177745"/>
                </a:cubicBezTo>
                <a:cubicBezTo>
                  <a:pt x="70366" y="182523"/>
                  <a:pt x="63669" y="183594"/>
                  <a:pt x="58891" y="180112"/>
                </a:cubicBezTo>
                <a:cubicBezTo>
                  <a:pt x="54114" y="176629"/>
                  <a:pt x="53042" y="169932"/>
                  <a:pt x="56525" y="165155"/>
                </a:cubicBezTo>
                <a:cubicBezTo>
                  <a:pt x="69518" y="147340"/>
                  <a:pt x="90547" y="135731"/>
                  <a:pt x="114300" y="135731"/>
                </a:cubicBezTo>
                <a:cubicBezTo>
                  <a:pt x="138053" y="135731"/>
                  <a:pt x="159082" y="147340"/>
                  <a:pt x="172075" y="165155"/>
                </a:cubicBezTo>
                <a:cubicBezTo>
                  <a:pt x="175558" y="169932"/>
                  <a:pt x="174486" y="176629"/>
                  <a:pt x="169709" y="180112"/>
                </a:cubicBezTo>
                <a:cubicBezTo>
                  <a:pt x="164931" y="183594"/>
                  <a:pt x="158234" y="182523"/>
                  <a:pt x="154751" y="177745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4" name="Text 62"/>
          <p:cNvSpPr/>
          <p:nvPr/>
        </p:nvSpPr>
        <p:spPr>
          <a:xfrm>
            <a:off x="8693051" y="53721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не понравилось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31101" y="57912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6" name="Text 64"/>
          <p:cNvSpPr/>
          <p:nvPr/>
        </p:nvSpPr>
        <p:spPr>
          <a:xfrm>
            <a:off x="8559701" y="5753100"/>
            <a:ext cx="2457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Множественные итерации правок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31101" y="6096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8" name="Text 66"/>
          <p:cNvSpPr/>
          <p:nvPr/>
        </p:nvSpPr>
        <p:spPr>
          <a:xfrm>
            <a:off x="8559701" y="60579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Регрессионное тестирование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Цели и задачи: Разработчик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3705225" cy="3505200"/>
          </a:xfrm>
          <a:custGeom>
            <a:avLst/>
            <a:gdLst/>
            <a:ahLst/>
            <a:cxnLst/>
            <a:rect l="l" t="t" r="r" b="b"/>
            <a:pathLst>
              <a:path w="3705225" h="3505200">
                <a:moveTo>
                  <a:pt x="114305" y="0"/>
                </a:moveTo>
                <a:lnTo>
                  <a:pt x="3590920" y="0"/>
                </a:lnTo>
                <a:cubicBezTo>
                  <a:pt x="3654049" y="0"/>
                  <a:pt x="3705225" y="51176"/>
                  <a:pt x="3705225" y="114305"/>
                </a:cubicBezTo>
                <a:lnTo>
                  <a:pt x="3705225" y="3390895"/>
                </a:lnTo>
                <a:cubicBezTo>
                  <a:pt x="3705225" y="3454024"/>
                  <a:pt x="3654049" y="3505200"/>
                  <a:pt x="3590920" y="3505200"/>
                </a:cubicBezTo>
                <a:lnTo>
                  <a:pt x="114305" y="3505200"/>
                </a:lnTo>
                <a:cubicBezTo>
                  <a:pt x="51176" y="3505200"/>
                  <a:pt x="0" y="3454024"/>
                  <a:pt x="0" y="33908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gradFill flip="none" rotWithShape="1">
            <a:gsLst>
              <a:gs pos="0">
                <a:srgbClr val="97BC62"/>
              </a:gs>
              <a:gs pos="100000">
                <a:srgbClr val="2C5F2D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409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23900" y="1562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1524000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Цель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2057400"/>
            <a:ext cx="34099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Реализовать полнофункциональное Windows Forms приложение с надёжной архитектурой, безопасной авторизацией и корректной бизнес-логикой складского учёта.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4857750"/>
            <a:ext cx="3705225" cy="1619250"/>
          </a:xfrm>
          <a:custGeom>
            <a:avLst/>
            <a:gdLst/>
            <a:ahLst/>
            <a:cxnLst/>
            <a:rect l="l" t="t" r="r" b="b"/>
            <a:pathLst>
              <a:path w="3705225" h="16192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04947"/>
                </a:lnTo>
                <a:cubicBezTo>
                  <a:pt x="3705225" y="1568033"/>
                  <a:pt x="3654008" y="1619250"/>
                  <a:pt x="3590922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1000" y="48577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1" name="Shape 9"/>
          <p:cNvSpPr/>
          <p:nvPr/>
        </p:nvSpPr>
        <p:spPr>
          <a:xfrm>
            <a:off x="600075" y="5086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3849" y="143723"/>
                </a:moveTo>
                <a:cubicBezTo>
                  <a:pt x="82957" y="156225"/>
                  <a:pt x="97691" y="164306"/>
                  <a:pt x="114300" y="164306"/>
                </a:cubicBezTo>
                <a:cubicBezTo>
                  <a:pt x="130909" y="164306"/>
                  <a:pt x="145643" y="156225"/>
                  <a:pt x="154751" y="143723"/>
                </a:cubicBezTo>
                <a:cubicBezTo>
                  <a:pt x="158234" y="138946"/>
                  <a:pt x="164931" y="137874"/>
                  <a:pt x="169709" y="141357"/>
                </a:cubicBezTo>
                <a:cubicBezTo>
                  <a:pt x="174486" y="144840"/>
                  <a:pt x="175558" y="151537"/>
                  <a:pt x="172075" y="156314"/>
                </a:cubicBezTo>
                <a:cubicBezTo>
                  <a:pt x="159082" y="174129"/>
                  <a:pt x="138053" y="185738"/>
                  <a:pt x="114300" y="185738"/>
                </a:cubicBezTo>
                <a:cubicBezTo>
                  <a:pt x="90547" y="185738"/>
                  <a:pt x="69518" y="174129"/>
                  <a:pt x="56525" y="156314"/>
                </a:cubicBezTo>
                <a:cubicBezTo>
                  <a:pt x="53042" y="151537"/>
                  <a:pt x="54114" y="144840"/>
                  <a:pt x="58891" y="141357"/>
                </a:cubicBezTo>
                <a:cubicBezTo>
                  <a:pt x="63669" y="137874"/>
                  <a:pt x="70366" y="138946"/>
                  <a:pt x="73849" y="143723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" y="5067300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понравилось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0075" y="5486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" y="544830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Работа с Entity Framework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0075" y="5791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" y="575310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БД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0075" y="6096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8" name="Text 16"/>
          <p:cNvSpPr/>
          <p:nvPr/>
        </p:nvSpPr>
        <p:spPr>
          <a:xfrm>
            <a:off x="838200" y="6057900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Реализация сложной логики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41750" y="1238250"/>
            <a:ext cx="3705225" cy="5238750"/>
          </a:xfrm>
          <a:custGeom>
            <a:avLst/>
            <a:gdLst/>
            <a:ahLst/>
            <a:cxnLst/>
            <a:rect l="l" t="t" r="r" b="b"/>
            <a:pathLst>
              <a:path w="3705225" h="52387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5124444"/>
                </a:lnTo>
                <a:cubicBezTo>
                  <a:pt x="3705225" y="5187573"/>
                  <a:pt x="3654048" y="5238750"/>
                  <a:pt x="3590919" y="5238750"/>
                </a:cubicBezTo>
                <a:lnTo>
                  <a:pt x="114306" y="5238750"/>
                </a:lnTo>
                <a:cubicBezTo>
                  <a:pt x="51177" y="5238750"/>
                  <a:pt x="0" y="5187573"/>
                  <a:pt x="0" y="51244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4175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1" name="Shape 19"/>
          <p:cNvSpPr/>
          <p:nvPr/>
        </p:nvSpPr>
        <p:spPr>
          <a:xfrm>
            <a:off x="4432250" y="144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2" name="Shape 20"/>
          <p:cNvSpPr/>
          <p:nvPr/>
        </p:nvSpPr>
        <p:spPr>
          <a:xfrm>
            <a:off x="4584650" y="1600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5079950" y="1562100"/>
            <a:ext cx="2409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Поставленные задачи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32250" y="21336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4508450" y="2209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6" name="Text 24"/>
          <p:cNvSpPr/>
          <p:nvPr/>
        </p:nvSpPr>
        <p:spPr>
          <a:xfrm>
            <a:off x="4639568" y="2266950"/>
            <a:ext cx="104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27550" y="2209800"/>
            <a:ext cx="1876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БД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27550" y="2438400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таблиц, связи, ограничения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2250" y="27813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4508450" y="285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4626769" y="29146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27550" y="2857500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Авторизация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927550" y="3086100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BCrypt, роли, валидация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32250" y="34290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5" name="Shape 33"/>
          <p:cNvSpPr/>
          <p:nvPr/>
        </p:nvSpPr>
        <p:spPr>
          <a:xfrm>
            <a:off x="4508450" y="3505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4625132" y="35623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927550" y="35052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Каталог товаров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927550" y="37338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CRUD, фильтрация, поиск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32250" y="40767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0" name="Shape 38"/>
          <p:cNvSpPr/>
          <p:nvPr/>
        </p:nvSpPr>
        <p:spPr>
          <a:xfrm>
            <a:off x="4508450" y="4152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1" name="Text 39"/>
          <p:cNvSpPr/>
          <p:nvPr/>
        </p:nvSpPr>
        <p:spPr>
          <a:xfrm>
            <a:off x="4626918" y="421005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927550" y="415290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Отгрузки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927550" y="4381500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Списание остатков, проверки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32250" y="4724400"/>
            <a:ext cx="3324225" cy="571500"/>
          </a:xfrm>
          <a:custGeom>
            <a:avLst/>
            <a:gdLst/>
            <a:ahLst/>
            <a:cxnLst/>
            <a:rect l="l" t="t" r="r" b="b"/>
            <a:pathLst>
              <a:path w="3324225" h="571500">
                <a:moveTo>
                  <a:pt x="76198" y="0"/>
                </a:moveTo>
                <a:lnTo>
                  <a:pt x="3248027" y="0"/>
                </a:lnTo>
                <a:cubicBezTo>
                  <a:pt x="3290110" y="0"/>
                  <a:pt x="3324225" y="34115"/>
                  <a:pt x="3324225" y="76198"/>
                </a:cubicBezTo>
                <a:lnTo>
                  <a:pt x="3324225" y="495302"/>
                </a:lnTo>
                <a:cubicBezTo>
                  <a:pt x="3324225" y="537385"/>
                  <a:pt x="3290110" y="571500"/>
                  <a:pt x="32480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5" name="Shape 43"/>
          <p:cNvSpPr/>
          <p:nvPr/>
        </p:nvSpPr>
        <p:spPr>
          <a:xfrm>
            <a:off x="4508450" y="4800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6" name="Text 44"/>
          <p:cNvSpPr/>
          <p:nvPr/>
        </p:nvSpPr>
        <p:spPr>
          <a:xfrm>
            <a:off x="4624834" y="4857750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927550" y="48006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Разграничение прав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927550" y="50292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 по ролям, доступы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102501" y="1238250"/>
            <a:ext cx="3705225" cy="3790950"/>
          </a:xfrm>
          <a:custGeom>
            <a:avLst/>
            <a:gdLst/>
            <a:ahLst/>
            <a:cxnLst/>
            <a:rect l="l" t="t" r="r" b="b"/>
            <a:pathLst>
              <a:path w="3705225" h="37909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676644"/>
                </a:lnTo>
                <a:cubicBezTo>
                  <a:pt x="3705225" y="3739773"/>
                  <a:pt x="3654048" y="3790950"/>
                  <a:pt x="3590919" y="3790950"/>
                </a:cubicBezTo>
                <a:lnTo>
                  <a:pt x="114306" y="3790950"/>
                </a:lnTo>
                <a:cubicBezTo>
                  <a:pt x="51177" y="3790950"/>
                  <a:pt x="0" y="3739773"/>
                  <a:pt x="0" y="36766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102501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51" name="Shape 49"/>
          <p:cNvSpPr/>
          <p:nvPr/>
        </p:nvSpPr>
        <p:spPr>
          <a:xfrm>
            <a:off x="8321576" y="14668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52" name="Text 50"/>
          <p:cNvSpPr/>
          <p:nvPr/>
        </p:nvSpPr>
        <p:spPr>
          <a:xfrm>
            <a:off x="8693051" y="144780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Сложности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21576" y="18669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54" name="Text 52"/>
          <p:cNvSpPr/>
          <p:nvPr/>
        </p:nvSpPr>
        <p:spPr>
          <a:xfrm>
            <a:off x="8559701" y="1828800"/>
            <a:ext cx="1819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Работа с базами данных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321576" y="21717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56" name="Text 54"/>
          <p:cNvSpPr/>
          <p:nvPr/>
        </p:nvSpPr>
        <p:spPr>
          <a:xfrm>
            <a:off x="8559701" y="2133600"/>
            <a:ext cx="1895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Транзакции при отгрузках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21576" y="24765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58" name="Text 56"/>
          <p:cNvSpPr/>
          <p:nvPr/>
        </p:nvSpPr>
        <p:spPr>
          <a:xfrm>
            <a:off x="8559701" y="2438400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Синхронизация остатков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321576" y="27813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76200"/>
                </a:moveTo>
                <a:cubicBezTo>
                  <a:pt x="0" y="70931"/>
                  <a:pt x="4256" y="66675"/>
                  <a:pt x="9525" y="66675"/>
                </a:cubicBezTo>
                <a:lnTo>
                  <a:pt x="123825" y="66675"/>
                </a:lnTo>
                <a:cubicBezTo>
                  <a:pt x="129094" y="66675"/>
                  <a:pt x="133350" y="70931"/>
                  <a:pt x="133350" y="76200"/>
                </a:cubicBezTo>
                <a:cubicBezTo>
                  <a:pt x="133350" y="81469"/>
                  <a:pt x="129094" y="85725"/>
                  <a:pt x="123825" y="85725"/>
                </a:cubicBezTo>
                <a:lnTo>
                  <a:pt x="9525" y="85725"/>
                </a:lnTo>
                <a:cubicBezTo>
                  <a:pt x="4256" y="85725"/>
                  <a:pt x="0" y="81469"/>
                  <a:pt x="0" y="7620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0" name="Text 58"/>
          <p:cNvSpPr/>
          <p:nvPr/>
        </p:nvSpPr>
        <p:spPr>
          <a:xfrm>
            <a:off x="8559701" y="2743200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Динамическое UI по ролям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102501" y="5162550"/>
            <a:ext cx="3705225" cy="1314450"/>
          </a:xfrm>
          <a:custGeom>
            <a:avLst/>
            <a:gdLst/>
            <a:ahLst/>
            <a:cxnLst/>
            <a:rect l="l" t="t" r="r" b="b"/>
            <a:pathLst>
              <a:path w="3705225" h="131445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200145"/>
                </a:lnTo>
                <a:cubicBezTo>
                  <a:pt x="3705225" y="1263274"/>
                  <a:pt x="3654049" y="1314450"/>
                  <a:pt x="3590920" y="1314450"/>
                </a:cubicBezTo>
                <a:lnTo>
                  <a:pt x="114305" y="1314450"/>
                </a:lnTo>
                <a:cubicBezTo>
                  <a:pt x="51176" y="1314450"/>
                  <a:pt x="0" y="1263274"/>
                  <a:pt x="0" y="120014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8102501" y="51625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3" name="Shape 61"/>
          <p:cNvSpPr/>
          <p:nvPr/>
        </p:nvSpPr>
        <p:spPr>
          <a:xfrm>
            <a:off x="8321576" y="5391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4751" y="177745"/>
                </a:moveTo>
                <a:cubicBezTo>
                  <a:pt x="145643" y="165244"/>
                  <a:pt x="130909" y="157163"/>
                  <a:pt x="114300" y="157163"/>
                </a:cubicBezTo>
                <a:cubicBezTo>
                  <a:pt x="97691" y="157163"/>
                  <a:pt x="82957" y="165244"/>
                  <a:pt x="73849" y="177745"/>
                </a:cubicBezTo>
                <a:cubicBezTo>
                  <a:pt x="70366" y="182523"/>
                  <a:pt x="63669" y="183594"/>
                  <a:pt x="58891" y="180112"/>
                </a:cubicBezTo>
                <a:cubicBezTo>
                  <a:pt x="54114" y="176629"/>
                  <a:pt x="53042" y="169932"/>
                  <a:pt x="56525" y="165155"/>
                </a:cubicBezTo>
                <a:cubicBezTo>
                  <a:pt x="69518" y="147340"/>
                  <a:pt x="90547" y="135731"/>
                  <a:pt x="114300" y="135731"/>
                </a:cubicBezTo>
                <a:cubicBezTo>
                  <a:pt x="138053" y="135731"/>
                  <a:pt x="159082" y="147340"/>
                  <a:pt x="172075" y="165155"/>
                </a:cubicBezTo>
                <a:cubicBezTo>
                  <a:pt x="175558" y="169932"/>
                  <a:pt x="174486" y="176629"/>
                  <a:pt x="169709" y="180112"/>
                </a:cubicBezTo>
                <a:cubicBezTo>
                  <a:pt x="164931" y="183594"/>
                  <a:pt x="158234" y="182523"/>
                  <a:pt x="154751" y="177745"/>
                </a:cubicBezTo>
                <a:close/>
                <a:moveTo>
                  <a:pt x="64294" y="92869"/>
                </a:moveTo>
                <a:cubicBezTo>
                  <a:pt x="64294" y="84983"/>
                  <a:pt x="70696" y="78581"/>
                  <a:pt x="78581" y="78581"/>
                </a:cubicBezTo>
                <a:cubicBezTo>
                  <a:pt x="86467" y="78581"/>
                  <a:pt x="92869" y="84983"/>
                  <a:pt x="92869" y="92869"/>
                </a:cubicBezTo>
                <a:cubicBezTo>
                  <a:pt x="92869" y="100754"/>
                  <a:pt x="86467" y="107156"/>
                  <a:pt x="78581" y="107156"/>
                </a:cubicBezTo>
                <a:cubicBezTo>
                  <a:pt x="70696" y="107156"/>
                  <a:pt x="64294" y="100754"/>
                  <a:pt x="64294" y="92869"/>
                </a:cubicBezTo>
                <a:close/>
                <a:moveTo>
                  <a:pt x="150019" y="78581"/>
                </a:moveTo>
                <a:cubicBezTo>
                  <a:pt x="157904" y="78581"/>
                  <a:pt x="164306" y="84983"/>
                  <a:pt x="164306" y="92869"/>
                </a:cubicBezTo>
                <a:cubicBezTo>
                  <a:pt x="164306" y="100754"/>
                  <a:pt x="157904" y="107156"/>
                  <a:pt x="150019" y="107156"/>
                </a:cubicBezTo>
                <a:cubicBezTo>
                  <a:pt x="142133" y="107156"/>
                  <a:pt x="135731" y="100754"/>
                  <a:pt x="135731" y="92869"/>
                </a:cubicBezTo>
                <a:cubicBezTo>
                  <a:pt x="135731" y="84983"/>
                  <a:pt x="142133" y="78581"/>
                  <a:pt x="150019" y="78581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4" name="Text 62"/>
          <p:cNvSpPr/>
          <p:nvPr/>
        </p:nvSpPr>
        <p:spPr>
          <a:xfrm>
            <a:off x="8693051" y="5372100"/>
            <a:ext cx="1828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не понравилось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31101" y="57912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6" name="Text 64"/>
          <p:cNvSpPr/>
          <p:nvPr/>
        </p:nvSpPr>
        <p:spPr>
          <a:xfrm>
            <a:off x="8559701" y="5753100"/>
            <a:ext cx="2047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Исправление UI по макетам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331101" y="60960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8" name="Text 66"/>
          <p:cNvSpPr/>
          <p:nvPr/>
        </p:nvSpPr>
        <p:spPr>
          <a:xfrm>
            <a:off x="8559701" y="605790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Регрессионное тестирование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TIMELINE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Какие задачи решали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19200"/>
            <a:ext cx="11430000" cy="5257800"/>
          </a:xfrm>
          <a:custGeom>
            <a:avLst/>
            <a:gdLst/>
            <a:ahLst/>
            <a:cxnLst/>
            <a:rect l="l" t="t" r="r" b="b"/>
            <a:pathLst>
              <a:path w="11430000" h="5257800">
                <a:moveTo>
                  <a:pt x="114305" y="0"/>
                </a:moveTo>
                <a:lnTo>
                  <a:pt x="11315695" y="0"/>
                </a:lnTo>
                <a:cubicBezTo>
                  <a:pt x="11378824" y="0"/>
                  <a:pt x="11430000" y="51176"/>
                  <a:pt x="11430000" y="114305"/>
                </a:cubicBezTo>
                <a:lnTo>
                  <a:pt x="11430000" y="5143495"/>
                </a:lnTo>
                <a:cubicBezTo>
                  <a:pt x="11430000" y="5206624"/>
                  <a:pt x="11378824" y="5257800"/>
                  <a:pt x="11315695" y="5257800"/>
                </a:cubicBezTo>
                <a:lnTo>
                  <a:pt x="114305" y="5257800"/>
                </a:lnTo>
                <a:cubicBezTo>
                  <a:pt x="51176" y="5257800"/>
                  <a:pt x="0" y="5206624"/>
                  <a:pt x="0" y="51434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pic>
        <p:nvPicPr>
          <p:cNvPr id="5" name="Image 0" descr="https://kimi-img.moonshot.cn/pub/slides/26-03-26-23:57:53-d72lf0ccoua3bu1392t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1409700"/>
            <a:ext cx="11049000" cy="48768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CHALLENGES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Какие сложности были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00700" cy="2057400"/>
          </a:xfrm>
          <a:custGeom>
            <a:avLst/>
            <a:gdLst/>
            <a:ahLst/>
            <a:cxnLst/>
            <a:rect l="l" t="t" r="r" b="b"/>
            <a:pathLst>
              <a:path w="5600700" h="2057400">
                <a:moveTo>
                  <a:pt x="38100" y="0"/>
                </a:moveTo>
                <a:lnTo>
                  <a:pt x="5486391" y="0"/>
                </a:lnTo>
                <a:cubicBezTo>
                  <a:pt x="5549522" y="0"/>
                  <a:pt x="5600700" y="51178"/>
                  <a:pt x="5600700" y="114309"/>
                </a:cubicBezTo>
                <a:lnTo>
                  <a:pt x="5600700" y="1943091"/>
                </a:lnTo>
                <a:cubicBezTo>
                  <a:pt x="5600700" y="2006222"/>
                  <a:pt x="5549522" y="2057400"/>
                  <a:pt x="5486391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54856" y="15430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1504950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Работа с базами данных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1981200"/>
            <a:ext cx="5276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Проектирование связей между таблицами, настройка внешних ключей и ограничений целостности. Реализация транзакций при отгрузках для обеспечения атомарности операций.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6984" y="2924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852488" y="28956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Разработчик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429000"/>
            <a:ext cx="5600700" cy="2057400"/>
          </a:xfrm>
          <a:custGeom>
            <a:avLst/>
            <a:gdLst/>
            <a:ahLst/>
            <a:cxnLst/>
            <a:rect l="l" t="t" r="r" b="b"/>
            <a:pathLst>
              <a:path w="5600700" h="2057400">
                <a:moveTo>
                  <a:pt x="38100" y="0"/>
                </a:moveTo>
                <a:lnTo>
                  <a:pt x="5486391" y="0"/>
                </a:lnTo>
                <a:cubicBezTo>
                  <a:pt x="5549522" y="0"/>
                  <a:pt x="5600700" y="51178"/>
                  <a:pt x="5600700" y="114309"/>
                </a:cubicBezTo>
                <a:lnTo>
                  <a:pt x="5600700" y="1943091"/>
                </a:lnTo>
                <a:cubicBezTo>
                  <a:pt x="5600700" y="2006222"/>
                  <a:pt x="5549522" y="2057400"/>
                  <a:pt x="5486391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0050" y="34290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742950" y="3752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75468" y="8074"/>
                </a:moveTo>
                <a:cubicBezTo>
                  <a:pt x="167320" y="-74"/>
                  <a:pt x="154149" y="-74"/>
                  <a:pt x="146000" y="8074"/>
                </a:cubicBezTo>
                <a:lnTo>
                  <a:pt x="136922" y="17152"/>
                </a:lnTo>
                <a:lnTo>
                  <a:pt x="173348" y="53578"/>
                </a:lnTo>
                <a:lnTo>
                  <a:pt x="182426" y="44500"/>
                </a:lnTo>
                <a:cubicBezTo>
                  <a:pt x="190574" y="36351"/>
                  <a:pt x="190574" y="23180"/>
                  <a:pt x="182426" y="15032"/>
                </a:cubicBezTo>
                <a:lnTo>
                  <a:pt x="175468" y="8074"/>
                </a:lnTo>
                <a:close/>
                <a:moveTo>
                  <a:pt x="64145" y="89929"/>
                </a:moveTo>
                <a:cubicBezTo>
                  <a:pt x="61875" y="92199"/>
                  <a:pt x="60127" y="94990"/>
                  <a:pt x="59122" y="98078"/>
                </a:cubicBezTo>
                <a:lnTo>
                  <a:pt x="48109" y="131118"/>
                </a:lnTo>
                <a:cubicBezTo>
                  <a:pt x="47030" y="134317"/>
                  <a:pt x="47885" y="137852"/>
                  <a:pt x="50267" y="140271"/>
                </a:cubicBezTo>
                <a:cubicBezTo>
                  <a:pt x="52648" y="142689"/>
                  <a:pt x="56183" y="143508"/>
                  <a:pt x="59420" y="142429"/>
                </a:cubicBezTo>
                <a:lnTo>
                  <a:pt x="92459" y="131415"/>
                </a:lnTo>
                <a:cubicBezTo>
                  <a:pt x="95510" y="130411"/>
                  <a:pt x="98301" y="128662"/>
                  <a:pt x="100608" y="126392"/>
                </a:cubicBezTo>
                <a:lnTo>
                  <a:pt x="160734" y="66191"/>
                </a:lnTo>
                <a:lnTo>
                  <a:pt x="124309" y="29766"/>
                </a:lnTo>
                <a:lnTo>
                  <a:pt x="64145" y="89929"/>
                </a:lnTo>
                <a:close/>
                <a:moveTo>
                  <a:pt x="35719" y="23812"/>
                </a:moveTo>
                <a:cubicBezTo>
                  <a:pt x="15999" y="23812"/>
                  <a:pt x="0" y="39812"/>
                  <a:pt x="0" y="59531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130969" y="190500"/>
                </a:lnTo>
                <a:cubicBezTo>
                  <a:pt x="150688" y="190500"/>
                  <a:pt x="166688" y="174501"/>
                  <a:pt x="166688" y="154781"/>
                </a:cubicBezTo>
                <a:lnTo>
                  <a:pt x="166688" y="119063"/>
                </a:lnTo>
                <a:cubicBezTo>
                  <a:pt x="166688" y="112477"/>
                  <a:pt x="161367" y="107156"/>
                  <a:pt x="154781" y="107156"/>
                </a:cubicBezTo>
                <a:cubicBezTo>
                  <a:pt x="148196" y="107156"/>
                  <a:pt x="142875" y="112477"/>
                  <a:pt x="142875" y="119063"/>
                </a:cubicBezTo>
                <a:lnTo>
                  <a:pt x="142875" y="154781"/>
                </a:lnTo>
                <a:cubicBezTo>
                  <a:pt x="142875" y="161367"/>
                  <a:pt x="137554" y="166688"/>
                  <a:pt x="130969" y="166688"/>
                </a:cubicBezTo>
                <a:lnTo>
                  <a:pt x="35719" y="166688"/>
                </a:lnTo>
                <a:cubicBezTo>
                  <a:pt x="29133" y="166688"/>
                  <a:pt x="23812" y="161367"/>
                  <a:pt x="23812" y="154781"/>
                </a:cubicBezTo>
                <a:lnTo>
                  <a:pt x="23812" y="59531"/>
                </a:lnTo>
                <a:cubicBezTo>
                  <a:pt x="23812" y="52946"/>
                  <a:pt x="29133" y="47625"/>
                  <a:pt x="35719" y="47625"/>
                </a:cubicBezTo>
                <a:lnTo>
                  <a:pt x="71438" y="47625"/>
                </a:lnTo>
                <a:cubicBezTo>
                  <a:pt x="78023" y="47625"/>
                  <a:pt x="83344" y="42304"/>
                  <a:pt x="83344" y="35719"/>
                </a:cubicBezTo>
                <a:cubicBezTo>
                  <a:pt x="83344" y="29133"/>
                  <a:pt x="78023" y="23812"/>
                  <a:pt x="71438" y="23812"/>
                </a:cubicBezTo>
                <a:lnTo>
                  <a:pt x="35719" y="23812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1100" y="3714750"/>
            <a:ext cx="2876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Постоянные правки требований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4191000"/>
            <a:ext cx="5276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Множественные итерации согласования ТЗ: добавление срока годности, поля получателя, кнопки выхода. Необходимость обновления всех документов и макетов после каждой правки.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6984" y="51339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9" name="Text 17"/>
          <p:cNvSpPr/>
          <p:nvPr/>
        </p:nvSpPr>
        <p:spPr>
          <a:xfrm>
            <a:off x="852488" y="5105400"/>
            <a:ext cx="695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Аналитик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0300" y="1219200"/>
            <a:ext cx="5600700" cy="2057400"/>
          </a:xfrm>
          <a:custGeom>
            <a:avLst/>
            <a:gdLst/>
            <a:ahLst/>
            <a:cxnLst/>
            <a:rect l="l" t="t" r="r" b="b"/>
            <a:pathLst>
              <a:path w="5600700" h="2057400">
                <a:moveTo>
                  <a:pt x="38100" y="0"/>
                </a:moveTo>
                <a:lnTo>
                  <a:pt x="5486391" y="0"/>
                </a:lnTo>
                <a:cubicBezTo>
                  <a:pt x="5549522" y="0"/>
                  <a:pt x="5600700" y="51178"/>
                  <a:pt x="5600700" y="114309"/>
                </a:cubicBezTo>
                <a:lnTo>
                  <a:pt x="5600700" y="1943091"/>
                </a:lnTo>
                <a:cubicBezTo>
                  <a:pt x="5600700" y="2006222"/>
                  <a:pt x="5549522" y="2057400"/>
                  <a:pt x="5486391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0300" y="12192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2" name="Shape 20"/>
          <p:cNvSpPr/>
          <p:nvPr/>
        </p:nvSpPr>
        <p:spPr>
          <a:xfrm>
            <a:off x="641985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3" name="Shape 21"/>
          <p:cNvSpPr/>
          <p:nvPr/>
        </p:nvSpPr>
        <p:spPr>
          <a:xfrm>
            <a:off x="6541294" y="15430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4" name="Text 22"/>
          <p:cNvSpPr/>
          <p:nvPr/>
        </p:nvSpPr>
        <p:spPr>
          <a:xfrm>
            <a:off x="6991350" y="1504950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Разграничение прав доступа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19850" y="1981200"/>
            <a:ext cx="5276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Реализация динамического интерфейса в зависимости от роли: скрытие пунктов меню, блокировка кнопок, ограничение доступа к функциям на уровне UI и бизнес-логики.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47234" y="29241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58341" y="64591"/>
                </a:moveTo>
                <a:cubicBezTo>
                  <a:pt x="75590" y="64591"/>
                  <a:pt x="89595" y="50587"/>
                  <a:pt x="89595" y="33337"/>
                </a:cubicBezTo>
                <a:cubicBezTo>
                  <a:pt x="89595" y="16088"/>
                  <a:pt x="75590" y="2084"/>
                  <a:pt x="58341" y="2084"/>
                </a:cubicBezTo>
                <a:cubicBezTo>
                  <a:pt x="41091" y="2084"/>
                  <a:pt x="27087" y="16088"/>
                  <a:pt x="27087" y="33337"/>
                </a:cubicBezTo>
                <a:cubicBezTo>
                  <a:pt x="27087" y="50587"/>
                  <a:pt x="41091" y="64591"/>
                  <a:pt x="58341" y="64591"/>
                </a:cubicBezTo>
                <a:close/>
                <a:moveTo>
                  <a:pt x="50605" y="79177"/>
                </a:moveTo>
                <a:cubicBezTo>
                  <a:pt x="24951" y="79177"/>
                  <a:pt x="4167" y="99960"/>
                  <a:pt x="4167" y="125615"/>
                </a:cubicBezTo>
                <a:cubicBezTo>
                  <a:pt x="4167" y="129886"/>
                  <a:pt x="7631" y="133350"/>
                  <a:pt x="11903" y="133350"/>
                </a:cubicBezTo>
                <a:lnTo>
                  <a:pt x="104779" y="133350"/>
                </a:lnTo>
                <a:cubicBezTo>
                  <a:pt x="109050" y="133350"/>
                  <a:pt x="112514" y="129886"/>
                  <a:pt x="112514" y="125615"/>
                </a:cubicBezTo>
                <a:cubicBezTo>
                  <a:pt x="112514" y="99960"/>
                  <a:pt x="91730" y="79177"/>
                  <a:pt x="66076" y="79177"/>
                </a:cubicBezTo>
                <a:lnTo>
                  <a:pt x="50605" y="79177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6662738" y="2895600"/>
            <a:ext cx="904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Разработчик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0300" y="3429000"/>
            <a:ext cx="5600700" cy="2057400"/>
          </a:xfrm>
          <a:custGeom>
            <a:avLst/>
            <a:gdLst/>
            <a:ahLst/>
            <a:cxnLst/>
            <a:rect l="l" t="t" r="r" b="b"/>
            <a:pathLst>
              <a:path w="5600700" h="2057400">
                <a:moveTo>
                  <a:pt x="38100" y="0"/>
                </a:moveTo>
                <a:lnTo>
                  <a:pt x="5486391" y="0"/>
                </a:lnTo>
                <a:cubicBezTo>
                  <a:pt x="5549522" y="0"/>
                  <a:pt x="5600700" y="51178"/>
                  <a:pt x="5600700" y="114309"/>
                </a:cubicBezTo>
                <a:lnTo>
                  <a:pt x="5600700" y="1943091"/>
                </a:lnTo>
                <a:cubicBezTo>
                  <a:pt x="5600700" y="2006222"/>
                  <a:pt x="5549522" y="2057400"/>
                  <a:pt x="5486391" y="2057400"/>
                </a:cubicBez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10300" y="3429000"/>
            <a:ext cx="38100" cy="2057400"/>
          </a:xfrm>
          <a:custGeom>
            <a:avLst/>
            <a:gdLst/>
            <a:ahLst/>
            <a:cxnLst/>
            <a:rect l="l" t="t" r="r" b="b"/>
            <a:pathLst>
              <a:path w="38100" h="2057400">
                <a:moveTo>
                  <a:pt x="38100" y="0"/>
                </a:moveTo>
                <a:lnTo>
                  <a:pt x="38100" y="0"/>
                </a:lnTo>
                <a:lnTo>
                  <a:pt x="38100" y="2057400"/>
                </a:lnTo>
                <a:lnTo>
                  <a:pt x="38100" y="2057400"/>
                </a:lnTo>
                <a:cubicBezTo>
                  <a:pt x="17072" y="2057400"/>
                  <a:pt x="0" y="2040328"/>
                  <a:pt x="0" y="2019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30" name="Shape 28"/>
          <p:cNvSpPr/>
          <p:nvPr/>
        </p:nvSpPr>
        <p:spPr>
          <a:xfrm>
            <a:off x="6419850" y="3619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31" name="Shape 29"/>
          <p:cNvSpPr/>
          <p:nvPr/>
        </p:nvSpPr>
        <p:spPr>
          <a:xfrm>
            <a:off x="6541294" y="3752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7859" y="72851"/>
                </a:moveTo>
                <a:lnTo>
                  <a:pt x="95696" y="104887"/>
                </a:lnTo>
                <a:cubicBezTo>
                  <a:pt x="99343" y="106375"/>
                  <a:pt x="103212" y="107156"/>
                  <a:pt x="107156" y="107156"/>
                </a:cubicBezTo>
                <a:cubicBezTo>
                  <a:pt x="111100" y="107156"/>
                  <a:pt x="114970" y="106375"/>
                  <a:pt x="118616" y="104887"/>
                </a:cubicBezTo>
                <a:lnTo>
                  <a:pt x="208806" y="67754"/>
                </a:lnTo>
                <a:cubicBezTo>
                  <a:pt x="212154" y="66377"/>
                  <a:pt x="214313" y="63140"/>
                  <a:pt x="214313" y="59531"/>
                </a:cubicBezTo>
                <a:cubicBezTo>
                  <a:pt x="214313" y="55922"/>
                  <a:pt x="212154" y="52685"/>
                  <a:pt x="208806" y="51308"/>
                </a:cubicBezTo>
                <a:lnTo>
                  <a:pt x="118616" y="14176"/>
                </a:lnTo>
                <a:cubicBezTo>
                  <a:pt x="114970" y="12688"/>
                  <a:pt x="111100" y="11906"/>
                  <a:pt x="107156" y="11906"/>
                </a:cubicBezTo>
                <a:cubicBezTo>
                  <a:pt x="103212" y="11906"/>
                  <a:pt x="99343" y="12688"/>
                  <a:pt x="95696" y="14176"/>
                </a:cubicBezTo>
                <a:lnTo>
                  <a:pt x="5507" y="51308"/>
                </a:lnTo>
                <a:cubicBezTo>
                  <a:pt x="2158" y="52685"/>
                  <a:pt x="0" y="55922"/>
                  <a:pt x="0" y="59531"/>
                </a:cubicBezTo>
                <a:lnTo>
                  <a:pt x="0" y="169664"/>
                </a:lnTo>
                <a:cubicBezTo>
                  <a:pt x="0" y="174613"/>
                  <a:pt x="3981" y="178594"/>
                  <a:pt x="8930" y="178594"/>
                </a:cubicBezTo>
                <a:cubicBezTo>
                  <a:pt x="13878" y="178594"/>
                  <a:pt x="17859" y="174613"/>
                  <a:pt x="17859" y="169664"/>
                </a:cubicBezTo>
                <a:lnTo>
                  <a:pt x="17859" y="72851"/>
                </a:lnTo>
                <a:close/>
                <a:moveTo>
                  <a:pt x="35719" y="99529"/>
                </a:moveTo>
                <a:lnTo>
                  <a:pt x="35719" y="142875"/>
                </a:lnTo>
                <a:cubicBezTo>
                  <a:pt x="35719" y="162595"/>
                  <a:pt x="67717" y="178594"/>
                  <a:pt x="107156" y="178594"/>
                </a:cubicBezTo>
                <a:cubicBezTo>
                  <a:pt x="146596" y="178594"/>
                  <a:pt x="178594" y="162595"/>
                  <a:pt x="178594" y="142875"/>
                </a:cubicBezTo>
                <a:lnTo>
                  <a:pt x="178594" y="99492"/>
                </a:lnTo>
                <a:lnTo>
                  <a:pt x="125425" y="121407"/>
                </a:lnTo>
                <a:cubicBezTo>
                  <a:pt x="119621" y="123788"/>
                  <a:pt x="113444" y="125016"/>
                  <a:pt x="107156" y="125016"/>
                </a:cubicBezTo>
                <a:cubicBezTo>
                  <a:pt x="100868" y="125016"/>
                  <a:pt x="94692" y="123788"/>
                  <a:pt x="88888" y="121407"/>
                </a:cubicBezTo>
                <a:lnTo>
                  <a:pt x="35719" y="99492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2" name="Text 30"/>
          <p:cNvSpPr/>
          <p:nvPr/>
        </p:nvSpPr>
        <p:spPr>
          <a:xfrm>
            <a:off x="6991350" y="371475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Первый опыт в роли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19850" y="4191000"/>
            <a:ext cx="52768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Для аналитика — первый опыт написания полноценного ТЗ и тест-кейсов. Для разработчика — первая работа с Entity Framework и реализация сложной бизнес-логики складского учёта.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19850" y="5105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34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6686550" y="506730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Оба участника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1000" y="5638800"/>
            <a:ext cx="11430000" cy="838200"/>
          </a:xfrm>
          <a:custGeom>
            <a:avLst/>
            <a:gdLst/>
            <a:ahLst/>
            <a:cxnLst/>
            <a:rect l="l" t="t" r="r" b="b"/>
            <a:pathLst>
              <a:path w="11430000" h="838200">
                <a:moveTo>
                  <a:pt x="114297" y="0"/>
                </a:moveTo>
                <a:lnTo>
                  <a:pt x="11315703" y="0"/>
                </a:lnTo>
                <a:cubicBezTo>
                  <a:pt x="11378828" y="0"/>
                  <a:pt x="11430000" y="51172"/>
                  <a:pt x="11430000" y="114297"/>
                </a:cubicBezTo>
                <a:lnTo>
                  <a:pt x="11430000" y="723903"/>
                </a:lnTo>
                <a:cubicBezTo>
                  <a:pt x="11430000" y="787028"/>
                  <a:pt x="11378828" y="838200"/>
                  <a:pt x="11315703" y="838200"/>
                </a:cubicBezTo>
                <a:lnTo>
                  <a:pt x="114297" y="838200"/>
                </a:lnTo>
                <a:cubicBezTo>
                  <a:pt x="51172" y="838200"/>
                  <a:pt x="0" y="787028"/>
                  <a:pt x="0" y="7239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>
                  <a:alpha val="10000"/>
                </a:srgbClr>
              </a:gs>
              <a:gs pos="100000">
                <a:srgbClr val="97BC62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607219" y="59150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1042988" y="5791200"/>
            <a:ext cx="9791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Ключевой вывод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42988" y="6096000"/>
            <a:ext cx="977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Регулярная коммуникация и итеративный подход помогли преодолеть все сложности. Каждая проблема стала возможностью для роста.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Демонстрация программы: Функционал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38250"/>
            <a:ext cx="3724275" cy="1543050"/>
          </a:xfrm>
          <a:custGeom>
            <a:avLst/>
            <a:gdLst/>
            <a:ahLst/>
            <a:cxnLst/>
            <a:rect l="l" t="t" r="r" b="b"/>
            <a:pathLst>
              <a:path w="3724275" h="15430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28756"/>
                </a:lnTo>
                <a:cubicBezTo>
                  <a:pt x="3724275" y="1491837"/>
                  <a:pt x="3673062" y="1543050"/>
                  <a:pt x="36099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238250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524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2691" y="81260"/>
                </a:moveTo>
                <a:cubicBezTo>
                  <a:pt x="105489" y="78462"/>
                  <a:pt x="105489" y="73938"/>
                  <a:pt x="102691" y="71170"/>
                </a:cubicBezTo>
                <a:lnTo>
                  <a:pt x="59829" y="28277"/>
                </a:lnTo>
                <a:cubicBezTo>
                  <a:pt x="57775" y="26224"/>
                  <a:pt x="54709" y="25628"/>
                  <a:pt x="52030" y="26730"/>
                </a:cubicBezTo>
                <a:cubicBezTo>
                  <a:pt x="49351" y="27831"/>
                  <a:pt x="47625" y="30450"/>
                  <a:pt x="47625" y="33338"/>
                </a:cubicBezTo>
                <a:lnTo>
                  <a:pt x="47625" y="57150"/>
                </a:lnTo>
                <a:lnTo>
                  <a:pt x="14288" y="57150"/>
                </a:lnTo>
                <a:cubicBezTo>
                  <a:pt x="6400" y="57150"/>
                  <a:pt x="0" y="63550"/>
                  <a:pt x="0" y="71438"/>
                </a:cubicBezTo>
                <a:lnTo>
                  <a:pt x="0" y="80962"/>
                </a:lnTo>
                <a:cubicBezTo>
                  <a:pt x="0" y="88850"/>
                  <a:pt x="6400" y="95250"/>
                  <a:pt x="14288" y="95250"/>
                </a:cubicBezTo>
                <a:lnTo>
                  <a:pt x="47625" y="95250"/>
                </a:lnTo>
                <a:lnTo>
                  <a:pt x="47625" y="119062"/>
                </a:lnTo>
                <a:cubicBezTo>
                  <a:pt x="47625" y="121950"/>
                  <a:pt x="49351" y="124569"/>
                  <a:pt x="52030" y="125670"/>
                </a:cubicBezTo>
                <a:cubicBezTo>
                  <a:pt x="54709" y="126772"/>
                  <a:pt x="57775" y="126176"/>
                  <a:pt x="59829" y="124123"/>
                </a:cubicBezTo>
                <a:lnTo>
                  <a:pt x="102691" y="81260"/>
                </a:lnTo>
                <a:close/>
                <a:moveTo>
                  <a:pt x="104775" y="123825"/>
                </a:moveTo>
                <a:cubicBezTo>
                  <a:pt x="99506" y="123825"/>
                  <a:pt x="95250" y="128081"/>
                  <a:pt x="95250" y="133350"/>
                </a:cubicBezTo>
                <a:cubicBezTo>
                  <a:pt x="95250" y="138619"/>
                  <a:pt x="99506" y="142875"/>
                  <a:pt x="104775" y="142875"/>
                </a:cubicBezTo>
                <a:lnTo>
                  <a:pt x="123825" y="142875"/>
                </a:lnTo>
                <a:cubicBezTo>
                  <a:pt x="139601" y="142875"/>
                  <a:pt x="152400" y="130076"/>
                  <a:pt x="152400" y="114300"/>
                </a:cubicBezTo>
                <a:lnTo>
                  <a:pt x="152400" y="38100"/>
                </a:lnTo>
                <a:cubicBezTo>
                  <a:pt x="152400" y="22324"/>
                  <a:pt x="139601" y="9525"/>
                  <a:pt x="123825" y="9525"/>
                </a:cubicBezTo>
                <a:lnTo>
                  <a:pt x="104775" y="9525"/>
                </a:lnTo>
                <a:cubicBezTo>
                  <a:pt x="99506" y="9525"/>
                  <a:pt x="95250" y="13781"/>
                  <a:pt x="95250" y="19050"/>
                </a:cubicBezTo>
                <a:cubicBezTo>
                  <a:pt x="95250" y="24319"/>
                  <a:pt x="99506" y="28575"/>
                  <a:pt x="104775" y="28575"/>
                </a:cubicBez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114300"/>
                </a:lnTo>
                <a:cubicBezTo>
                  <a:pt x="133350" y="119569"/>
                  <a:pt x="129094" y="123825"/>
                  <a:pt x="123825" y="123825"/>
                </a:cubicBezTo>
                <a:lnTo>
                  <a:pt x="104775" y="123825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1028700" y="146685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Авторизация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0784" y="1905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0" name="Text 8"/>
          <p:cNvSpPr/>
          <p:nvPr/>
        </p:nvSpPr>
        <p:spPr>
          <a:xfrm>
            <a:off x="776288" y="1866900"/>
            <a:ext cx="1847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Вход по логину и паролю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0784" y="2171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2" name="Text 10"/>
          <p:cNvSpPr/>
          <p:nvPr/>
        </p:nvSpPr>
        <p:spPr>
          <a:xfrm>
            <a:off x="776288" y="21336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BCrypt хеширование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0784" y="2438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776288" y="24003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Разграничение ролей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22700" y="1238250"/>
            <a:ext cx="3724275" cy="1543050"/>
          </a:xfrm>
          <a:custGeom>
            <a:avLst/>
            <a:gdLst/>
            <a:ahLst/>
            <a:cxnLst/>
            <a:rect l="l" t="t" r="r" b="b"/>
            <a:pathLst>
              <a:path w="3724275" h="15430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28756"/>
                </a:lnTo>
                <a:cubicBezTo>
                  <a:pt x="3724275" y="1491837"/>
                  <a:pt x="3673062" y="1543050"/>
                  <a:pt x="36099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22700" y="1238250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7" name="Shape 15"/>
          <p:cNvSpPr/>
          <p:nvPr/>
        </p:nvSpPr>
        <p:spPr>
          <a:xfrm>
            <a:off x="4375100" y="140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8" name="Shape 16"/>
          <p:cNvSpPr/>
          <p:nvPr/>
        </p:nvSpPr>
        <p:spPr>
          <a:xfrm>
            <a:off x="4470350" y="15240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40481" y="38100"/>
                </a:moveTo>
                <a:cubicBezTo>
                  <a:pt x="40481" y="18386"/>
                  <a:pt x="56486" y="2381"/>
                  <a:pt x="76200" y="2381"/>
                </a:cubicBezTo>
                <a:cubicBezTo>
                  <a:pt x="95914" y="2381"/>
                  <a:pt x="111919" y="18386"/>
                  <a:pt x="111919" y="38100"/>
                </a:cubicBezTo>
                <a:cubicBezTo>
                  <a:pt x="111919" y="57814"/>
                  <a:pt x="95914" y="73819"/>
                  <a:pt x="76200" y="73819"/>
                </a:cubicBezTo>
                <a:cubicBezTo>
                  <a:pt x="56486" y="73819"/>
                  <a:pt x="40481" y="57814"/>
                  <a:pt x="40481" y="38100"/>
                </a:cubicBezTo>
                <a:close/>
                <a:moveTo>
                  <a:pt x="14288" y="143560"/>
                </a:moveTo>
                <a:cubicBezTo>
                  <a:pt x="14288" y="114240"/>
                  <a:pt x="38040" y="90488"/>
                  <a:pt x="67360" y="90488"/>
                </a:cubicBezTo>
                <a:lnTo>
                  <a:pt x="85040" y="90488"/>
                </a:lnTo>
                <a:cubicBezTo>
                  <a:pt x="114360" y="90488"/>
                  <a:pt x="138113" y="114240"/>
                  <a:pt x="138113" y="143560"/>
                </a:cubicBezTo>
                <a:cubicBezTo>
                  <a:pt x="138113" y="148441"/>
                  <a:pt x="134154" y="152400"/>
                  <a:pt x="129272" y="152400"/>
                </a:cubicBezTo>
                <a:lnTo>
                  <a:pt x="23128" y="152400"/>
                </a:lnTo>
                <a:cubicBezTo>
                  <a:pt x="18246" y="152400"/>
                  <a:pt x="14288" y="148441"/>
                  <a:pt x="14288" y="143560"/>
                </a:cubicBezTo>
                <a:close/>
                <a:moveTo>
                  <a:pt x="161925" y="28575"/>
                </a:moveTo>
                <a:cubicBezTo>
                  <a:pt x="165884" y="28575"/>
                  <a:pt x="169069" y="31760"/>
                  <a:pt x="169069" y="35719"/>
                </a:cubicBezTo>
                <a:lnTo>
                  <a:pt x="169069" y="50006"/>
                </a:lnTo>
                <a:lnTo>
                  <a:pt x="183356" y="50006"/>
                </a:lnTo>
                <a:cubicBezTo>
                  <a:pt x="187315" y="50006"/>
                  <a:pt x="190500" y="53191"/>
                  <a:pt x="190500" y="57150"/>
                </a:cubicBezTo>
                <a:cubicBezTo>
                  <a:pt x="190500" y="61109"/>
                  <a:pt x="187315" y="64294"/>
                  <a:pt x="183356" y="64294"/>
                </a:cubicBezTo>
                <a:lnTo>
                  <a:pt x="169069" y="64294"/>
                </a:lnTo>
                <a:lnTo>
                  <a:pt x="169069" y="78581"/>
                </a:lnTo>
                <a:cubicBezTo>
                  <a:pt x="169069" y="82540"/>
                  <a:pt x="165884" y="85725"/>
                  <a:pt x="161925" y="85725"/>
                </a:cubicBezTo>
                <a:cubicBezTo>
                  <a:pt x="157966" y="85725"/>
                  <a:pt x="154781" y="82540"/>
                  <a:pt x="154781" y="78581"/>
                </a:cubicBezTo>
                <a:lnTo>
                  <a:pt x="154781" y="64294"/>
                </a:lnTo>
                <a:lnTo>
                  <a:pt x="140494" y="64294"/>
                </a:lnTo>
                <a:cubicBezTo>
                  <a:pt x="136535" y="64294"/>
                  <a:pt x="133350" y="61109"/>
                  <a:pt x="133350" y="57150"/>
                </a:cubicBezTo>
                <a:cubicBezTo>
                  <a:pt x="133350" y="53191"/>
                  <a:pt x="136535" y="50006"/>
                  <a:pt x="140494" y="50006"/>
                </a:cubicBezTo>
                <a:lnTo>
                  <a:pt x="154781" y="50006"/>
                </a:lnTo>
                <a:lnTo>
                  <a:pt x="154781" y="35719"/>
                </a:lnTo>
                <a:cubicBezTo>
                  <a:pt x="154781" y="31760"/>
                  <a:pt x="157966" y="28575"/>
                  <a:pt x="161925" y="28575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4870400" y="1466850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Регистрация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02485" y="19050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988" y="1866900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Самостоятельная регистрация кладовщика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402485" y="21717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988" y="213360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уникальности логина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02485" y="2438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988" y="240030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Валидация пароля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1000" y="2914650"/>
            <a:ext cx="3724275" cy="1543050"/>
          </a:xfrm>
          <a:custGeom>
            <a:avLst/>
            <a:gdLst/>
            <a:ahLst/>
            <a:cxnLst/>
            <a:rect l="l" t="t" r="r" b="b"/>
            <a:pathLst>
              <a:path w="3724275" h="15430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28756"/>
                </a:lnTo>
                <a:cubicBezTo>
                  <a:pt x="3724275" y="1491837"/>
                  <a:pt x="3673062" y="1543050"/>
                  <a:pt x="36099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81000" y="2914650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8" name="Shape 26"/>
          <p:cNvSpPr/>
          <p:nvPr/>
        </p:nvSpPr>
        <p:spPr>
          <a:xfrm>
            <a:off x="5334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9" name="Shape 27"/>
          <p:cNvSpPr/>
          <p:nvPr/>
        </p:nvSpPr>
        <p:spPr>
          <a:xfrm>
            <a:off x="647700" y="3200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75" y="0"/>
                </a:moveTo>
                <a:lnTo>
                  <a:pt x="66675" y="19050"/>
                </a:lnTo>
                <a:cubicBezTo>
                  <a:pt x="66675" y="21669"/>
                  <a:pt x="68818" y="23813"/>
                  <a:pt x="71438" y="23813"/>
                </a:cubicBezTo>
                <a:lnTo>
                  <a:pt x="80962" y="23813"/>
                </a:lnTo>
                <a:cubicBezTo>
                  <a:pt x="83582" y="23813"/>
                  <a:pt x="85725" y="21669"/>
                  <a:pt x="85725" y="19050"/>
                </a:cubicBezTo>
                <a:lnTo>
                  <a:pt x="85725" y="0"/>
                </a:lnTo>
                <a:lnTo>
                  <a:pt x="95250" y="0"/>
                </a:lnTo>
                <a:cubicBezTo>
                  <a:pt x="105757" y="0"/>
                  <a:pt x="114300" y="8543"/>
                  <a:pt x="114300" y="19050"/>
                </a:cubicBezTo>
                <a:lnTo>
                  <a:pt x="114300" y="57150"/>
                </a:lnTo>
                <a:cubicBezTo>
                  <a:pt x="114300" y="58787"/>
                  <a:pt x="114092" y="60394"/>
                  <a:pt x="113705" y="61912"/>
                </a:cubicBezTo>
                <a:lnTo>
                  <a:pt x="38695" y="61912"/>
                </a:lnTo>
                <a:cubicBezTo>
                  <a:pt x="38308" y="60394"/>
                  <a:pt x="38100" y="58787"/>
                  <a:pt x="38100" y="57150"/>
                </a:cubicBezTo>
                <a:lnTo>
                  <a:pt x="38100" y="19050"/>
                </a:lnTo>
                <a:cubicBezTo>
                  <a:pt x="38100" y="8543"/>
                  <a:pt x="46643" y="0"/>
                  <a:pt x="57150" y="0"/>
                </a:cubicBezTo>
                <a:lnTo>
                  <a:pt x="66675" y="0"/>
                </a:lnTo>
                <a:close/>
                <a:moveTo>
                  <a:pt x="95250" y="152400"/>
                </a:moveTo>
                <a:cubicBezTo>
                  <a:pt x="91916" y="152400"/>
                  <a:pt x="88761" y="151537"/>
                  <a:pt x="86023" y="150019"/>
                </a:cubicBezTo>
                <a:cubicBezTo>
                  <a:pt x="88850" y="145107"/>
                  <a:pt x="90488" y="139422"/>
                  <a:pt x="90488" y="133350"/>
                </a:cubicBezTo>
                <a:lnTo>
                  <a:pt x="90488" y="95250"/>
                </a:lnTo>
                <a:cubicBezTo>
                  <a:pt x="90488" y="89178"/>
                  <a:pt x="88850" y="83493"/>
                  <a:pt x="86023" y="78581"/>
                </a:cubicBezTo>
                <a:cubicBezTo>
                  <a:pt x="88761" y="77063"/>
                  <a:pt x="91886" y="76200"/>
                  <a:pt x="95250" y="76200"/>
                </a:cubicBezTo>
                <a:lnTo>
                  <a:pt x="104775" y="76200"/>
                </a:lnTo>
                <a:lnTo>
                  <a:pt x="104775" y="95250"/>
                </a:lnTo>
                <a:cubicBezTo>
                  <a:pt x="104775" y="97869"/>
                  <a:pt x="106918" y="100013"/>
                  <a:pt x="109537" y="100013"/>
                </a:cubicBezTo>
                <a:lnTo>
                  <a:pt x="119062" y="100013"/>
                </a:lnTo>
                <a:cubicBezTo>
                  <a:pt x="121682" y="100013"/>
                  <a:pt x="123825" y="97869"/>
                  <a:pt x="123825" y="95250"/>
                </a:cubicBezTo>
                <a:lnTo>
                  <a:pt x="123825" y="76200"/>
                </a:lnTo>
                <a:lnTo>
                  <a:pt x="133350" y="76200"/>
                </a:lnTo>
                <a:cubicBezTo>
                  <a:pt x="143857" y="76200"/>
                  <a:pt x="152400" y="84743"/>
                  <a:pt x="152400" y="95250"/>
                </a:cubicBezTo>
                <a:lnTo>
                  <a:pt x="152400" y="133350"/>
                </a:lnTo>
                <a:cubicBezTo>
                  <a:pt x="152400" y="143857"/>
                  <a:pt x="143857" y="152400"/>
                  <a:pt x="133350" y="152400"/>
                </a:cubicBezTo>
                <a:lnTo>
                  <a:pt x="95250" y="152400"/>
                </a:lnTo>
                <a:close/>
                <a:moveTo>
                  <a:pt x="0" y="95250"/>
                </a:moveTo>
                <a:cubicBezTo>
                  <a:pt x="0" y="84743"/>
                  <a:pt x="8543" y="76200"/>
                  <a:pt x="19050" y="76200"/>
                </a:cubicBezTo>
                <a:lnTo>
                  <a:pt x="28575" y="76200"/>
                </a:lnTo>
                <a:lnTo>
                  <a:pt x="28575" y="95250"/>
                </a:lnTo>
                <a:cubicBezTo>
                  <a:pt x="28575" y="97869"/>
                  <a:pt x="30718" y="100013"/>
                  <a:pt x="33338" y="100013"/>
                </a:cubicBezTo>
                <a:lnTo>
                  <a:pt x="42863" y="100013"/>
                </a:lnTo>
                <a:cubicBezTo>
                  <a:pt x="45482" y="100013"/>
                  <a:pt x="47625" y="97869"/>
                  <a:pt x="47625" y="95250"/>
                </a:cubicBezTo>
                <a:lnTo>
                  <a:pt x="47625" y="76200"/>
                </a:lnTo>
                <a:lnTo>
                  <a:pt x="57150" y="76200"/>
                </a:lnTo>
                <a:cubicBezTo>
                  <a:pt x="67657" y="76200"/>
                  <a:pt x="76200" y="84743"/>
                  <a:pt x="76200" y="95250"/>
                </a:cubicBezTo>
                <a:lnTo>
                  <a:pt x="76200" y="133350"/>
                </a:lnTo>
                <a:cubicBezTo>
                  <a:pt x="76200" y="143857"/>
                  <a:pt x="67657" y="152400"/>
                  <a:pt x="571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9525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0" name="Text 28"/>
          <p:cNvSpPr/>
          <p:nvPr/>
        </p:nvSpPr>
        <p:spPr>
          <a:xfrm>
            <a:off x="1028700" y="314325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Каталог товаров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60784" y="3581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2" name="Text 30"/>
          <p:cNvSpPr/>
          <p:nvPr/>
        </p:nvSpPr>
        <p:spPr>
          <a:xfrm>
            <a:off x="776288" y="354330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Просмотр с остатками и сроком годности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0784" y="3848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4" name="Text 32"/>
          <p:cNvSpPr/>
          <p:nvPr/>
        </p:nvSpPr>
        <p:spPr>
          <a:xfrm>
            <a:off x="776288" y="3810000"/>
            <a:ext cx="2581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 и фильтрация по категориям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60784" y="4114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6" name="Text 34"/>
          <p:cNvSpPr/>
          <p:nvPr/>
        </p:nvSpPr>
        <p:spPr>
          <a:xfrm>
            <a:off x="776288" y="407670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операции (только Админ)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22700" y="2914650"/>
            <a:ext cx="3724275" cy="1543050"/>
          </a:xfrm>
          <a:custGeom>
            <a:avLst/>
            <a:gdLst/>
            <a:ahLst/>
            <a:cxnLst/>
            <a:rect l="l" t="t" r="r" b="b"/>
            <a:pathLst>
              <a:path w="3724275" h="15430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28756"/>
                </a:lnTo>
                <a:cubicBezTo>
                  <a:pt x="3724275" y="1491837"/>
                  <a:pt x="3673062" y="1543050"/>
                  <a:pt x="36099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22700" y="2914650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39" name="Shape 37"/>
          <p:cNvSpPr/>
          <p:nvPr/>
        </p:nvSpPr>
        <p:spPr>
          <a:xfrm>
            <a:off x="4375100" y="3086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40" name="Shape 38"/>
          <p:cNvSpPr/>
          <p:nvPr/>
        </p:nvSpPr>
        <p:spPr>
          <a:xfrm>
            <a:off x="4470350" y="32004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9050" y="28575"/>
                </a:moveTo>
                <a:cubicBezTo>
                  <a:pt x="19050" y="18068"/>
                  <a:pt x="27593" y="9525"/>
                  <a:pt x="38100" y="9525"/>
                </a:cubicBezTo>
                <a:lnTo>
                  <a:pt x="123825" y="9525"/>
                </a:lnTo>
                <a:cubicBezTo>
                  <a:pt x="134332" y="9525"/>
                  <a:pt x="142875" y="18068"/>
                  <a:pt x="142875" y="28575"/>
                </a:cubicBezTo>
                <a:lnTo>
                  <a:pt x="142875" y="38100"/>
                </a:lnTo>
                <a:lnTo>
                  <a:pt x="157966" y="38100"/>
                </a:lnTo>
                <a:cubicBezTo>
                  <a:pt x="163026" y="38100"/>
                  <a:pt x="167878" y="40094"/>
                  <a:pt x="171450" y="43666"/>
                </a:cubicBezTo>
                <a:lnTo>
                  <a:pt x="184934" y="57150"/>
                </a:lnTo>
                <a:cubicBezTo>
                  <a:pt x="188506" y="60722"/>
                  <a:pt x="190500" y="65574"/>
                  <a:pt x="190500" y="70634"/>
                </a:cubicBezTo>
                <a:lnTo>
                  <a:pt x="190500" y="114300"/>
                </a:lnTo>
                <a:cubicBezTo>
                  <a:pt x="190500" y="124807"/>
                  <a:pt x="181957" y="133350"/>
                  <a:pt x="171450" y="133350"/>
                </a:cubicBezTo>
                <a:lnTo>
                  <a:pt x="170468" y="133350"/>
                </a:lnTo>
                <a:cubicBezTo>
                  <a:pt x="167372" y="144334"/>
                  <a:pt x="157252" y="152400"/>
                  <a:pt x="145256" y="152400"/>
                </a:cubicBezTo>
                <a:cubicBezTo>
                  <a:pt x="133261" y="152400"/>
                  <a:pt x="123170" y="144334"/>
                  <a:pt x="120045" y="133350"/>
                </a:cubicBezTo>
                <a:lnTo>
                  <a:pt x="89505" y="133350"/>
                </a:lnTo>
                <a:cubicBezTo>
                  <a:pt x="86410" y="144334"/>
                  <a:pt x="76289" y="152400"/>
                  <a:pt x="64294" y="152400"/>
                </a:cubicBezTo>
                <a:cubicBezTo>
                  <a:pt x="52298" y="152400"/>
                  <a:pt x="42208" y="144334"/>
                  <a:pt x="39082" y="133350"/>
                </a:cubicBezTo>
                <a:lnTo>
                  <a:pt x="38100" y="133350"/>
                </a:lnTo>
                <a:cubicBezTo>
                  <a:pt x="27593" y="133350"/>
                  <a:pt x="19050" y="124807"/>
                  <a:pt x="19050" y="114300"/>
                </a:cubicBezTo>
                <a:lnTo>
                  <a:pt x="19050" y="100013"/>
                </a:lnTo>
                <a:lnTo>
                  <a:pt x="7144" y="100013"/>
                </a:lnTo>
                <a:cubicBezTo>
                  <a:pt x="3185" y="100013"/>
                  <a:pt x="0" y="96828"/>
                  <a:pt x="0" y="92869"/>
                </a:cubicBezTo>
                <a:cubicBezTo>
                  <a:pt x="0" y="88910"/>
                  <a:pt x="3185" y="85725"/>
                  <a:pt x="7144" y="85725"/>
                </a:cubicBezTo>
                <a:lnTo>
                  <a:pt x="40481" y="85725"/>
                </a:lnTo>
                <a:cubicBezTo>
                  <a:pt x="44440" y="85725"/>
                  <a:pt x="47625" y="82540"/>
                  <a:pt x="47625" y="78581"/>
                </a:cubicBezTo>
                <a:cubicBezTo>
                  <a:pt x="47625" y="74622"/>
                  <a:pt x="44440" y="71438"/>
                  <a:pt x="40481" y="71438"/>
                </a:cubicBezTo>
                <a:lnTo>
                  <a:pt x="7144" y="71438"/>
                </a:lnTo>
                <a:cubicBezTo>
                  <a:pt x="3185" y="71438"/>
                  <a:pt x="0" y="68253"/>
                  <a:pt x="0" y="64294"/>
                </a:cubicBezTo>
                <a:cubicBezTo>
                  <a:pt x="0" y="60335"/>
                  <a:pt x="3185" y="57150"/>
                  <a:pt x="7144" y="57150"/>
                </a:cubicBezTo>
                <a:lnTo>
                  <a:pt x="59531" y="57150"/>
                </a:lnTo>
                <a:cubicBezTo>
                  <a:pt x="63490" y="57150"/>
                  <a:pt x="66675" y="53965"/>
                  <a:pt x="66675" y="50006"/>
                </a:cubicBezTo>
                <a:cubicBezTo>
                  <a:pt x="66675" y="46047"/>
                  <a:pt x="63490" y="42863"/>
                  <a:pt x="59531" y="42863"/>
                </a:cubicBezTo>
                <a:lnTo>
                  <a:pt x="7144" y="42863"/>
                </a:lnTo>
                <a:cubicBezTo>
                  <a:pt x="3185" y="42863"/>
                  <a:pt x="0" y="39678"/>
                  <a:pt x="0" y="35719"/>
                </a:cubicBezTo>
                <a:cubicBezTo>
                  <a:pt x="0" y="31760"/>
                  <a:pt x="3185" y="28575"/>
                  <a:pt x="7144" y="28575"/>
                </a:cubicBezTo>
                <a:lnTo>
                  <a:pt x="19050" y="28575"/>
                </a:lnTo>
                <a:close/>
                <a:moveTo>
                  <a:pt x="171450" y="85725"/>
                </a:moveTo>
                <a:lnTo>
                  <a:pt x="171450" y="70634"/>
                </a:lnTo>
                <a:lnTo>
                  <a:pt x="157966" y="57150"/>
                </a:lnTo>
                <a:lnTo>
                  <a:pt x="142875" y="57150"/>
                </a:lnTo>
                <a:lnTo>
                  <a:pt x="142875" y="85725"/>
                </a:lnTo>
                <a:lnTo>
                  <a:pt x="171450" y="85725"/>
                </a:lnTo>
                <a:close/>
                <a:moveTo>
                  <a:pt x="76200" y="126206"/>
                </a:moveTo>
                <a:cubicBezTo>
                  <a:pt x="76200" y="119635"/>
                  <a:pt x="70865" y="114300"/>
                  <a:pt x="64294" y="114300"/>
                </a:cubicBezTo>
                <a:cubicBezTo>
                  <a:pt x="57723" y="114300"/>
                  <a:pt x="52388" y="119635"/>
                  <a:pt x="52388" y="126206"/>
                </a:cubicBezTo>
                <a:cubicBezTo>
                  <a:pt x="52388" y="132777"/>
                  <a:pt x="57723" y="138113"/>
                  <a:pt x="64294" y="138113"/>
                </a:cubicBezTo>
                <a:cubicBezTo>
                  <a:pt x="70865" y="138113"/>
                  <a:pt x="76200" y="132777"/>
                  <a:pt x="76200" y="126206"/>
                </a:cubicBezTo>
                <a:close/>
                <a:moveTo>
                  <a:pt x="145256" y="138113"/>
                </a:moveTo>
                <a:cubicBezTo>
                  <a:pt x="151827" y="138113"/>
                  <a:pt x="157163" y="132777"/>
                  <a:pt x="157163" y="126206"/>
                </a:cubicBezTo>
                <a:cubicBezTo>
                  <a:pt x="157163" y="119635"/>
                  <a:pt x="151827" y="114300"/>
                  <a:pt x="145256" y="114300"/>
                </a:cubicBezTo>
                <a:cubicBezTo>
                  <a:pt x="138685" y="114300"/>
                  <a:pt x="133350" y="119635"/>
                  <a:pt x="133350" y="126206"/>
                </a:cubicBezTo>
                <a:cubicBezTo>
                  <a:pt x="133350" y="132777"/>
                  <a:pt x="138685" y="138113"/>
                  <a:pt x="145256" y="138113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1" name="Text 39"/>
          <p:cNvSpPr/>
          <p:nvPr/>
        </p:nvSpPr>
        <p:spPr>
          <a:xfrm>
            <a:off x="4870400" y="3143250"/>
            <a:ext cx="819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Отгрузки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02485" y="35814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4617988" y="3543300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Создание накладных с получателем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02485" y="38481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5" name="Text 43"/>
          <p:cNvSpPr/>
          <p:nvPr/>
        </p:nvSpPr>
        <p:spPr>
          <a:xfrm>
            <a:off x="4617988" y="3810000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остатков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402485" y="4114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988" y="407670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Автоматическое списание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1000" y="4591050"/>
            <a:ext cx="3724275" cy="1543050"/>
          </a:xfrm>
          <a:custGeom>
            <a:avLst/>
            <a:gdLst/>
            <a:ahLst/>
            <a:cxnLst/>
            <a:rect l="l" t="t" r="r" b="b"/>
            <a:pathLst>
              <a:path w="3724275" h="15430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28756"/>
                </a:lnTo>
                <a:cubicBezTo>
                  <a:pt x="3724275" y="1491837"/>
                  <a:pt x="3673062" y="1543050"/>
                  <a:pt x="36099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81000" y="4591050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0" name="Shape 48"/>
          <p:cNvSpPr/>
          <p:nvPr/>
        </p:nvSpPr>
        <p:spPr>
          <a:xfrm>
            <a:off x="533400" y="476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1" name="Shape 49"/>
          <p:cNvSpPr/>
          <p:nvPr/>
        </p:nvSpPr>
        <p:spPr>
          <a:xfrm>
            <a:off x="638175" y="48768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85725" y="19050"/>
                </a:moveTo>
                <a:cubicBezTo>
                  <a:pt x="117277" y="19050"/>
                  <a:pt x="142875" y="44648"/>
                  <a:pt x="142875" y="76200"/>
                </a:cubicBezTo>
                <a:cubicBezTo>
                  <a:pt x="142875" y="107752"/>
                  <a:pt x="117277" y="133350"/>
                  <a:pt x="85725" y="133350"/>
                </a:cubicBezTo>
                <a:cubicBezTo>
                  <a:pt x="66318" y="133350"/>
                  <a:pt x="49143" y="123676"/>
                  <a:pt x="38814" y="108853"/>
                </a:cubicBezTo>
                <a:cubicBezTo>
                  <a:pt x="35808" y="104537"/>
                  <a:pt x="29855" y="103495"/>
                  <a:pt x="25539" y="106501"/>
                </a:cubicBezTo>
                <a:cubicBezTo>
                  <a:pt x="21223" y="109508"/>
                  <a:pt x="20181" y="115461"/>
                  <a:pt x="23187" y="119777"/>
                </a:cubicBezTo>
                <a:cubicBezTo>
                  <a:pt x="36939" y="139482"/>
                  <a:pt x="59829" y="152400"/>
                  <a:pt x="85725" y="152400"/>
                </a:cubicBezTo>
                <a:cubicBezTo>
                  <a:pt x="127814" y="152400"/>
                  <a:pt x="161925" y="118289"/>
                  <a:pt x="161925" y="76200"/>
                </a:cubicBezTo>
                <a:cubicBezTo>
                  <a:pt x="161925" y="34111"/>
                  <a:pt x="127814" y="0"/>
                  <a:pt x="85725" y="0"/>
                </a:cubicBezTo>
                <a:cubicBezTo>
                  <a:pt x="60216" y="0"/>
                  <a:pt x="37654" y="12531"/>
                  <a:pt x="23813" y="31760"/>
                </a:cubicBezTo>
                <a:lnTo>
                  <a:pt x="23813" y="23813"/>
                </a:lnTo>
                <a:cubicBezTo>
                  <a:pt x="23813" y="18544"/>
                  <a:pt x="19556" y="14288"/>
                  <a:pt x="14288" y="14288"/>
                </a:cubicBezTo>
                <a:cubicBezTo>
                  <a:pt x="9019" y="14288"/>
                  <a:pt x="4763" y="18544"/>
                  <a:pt x="4763" y="23813"/>
                </a:cubicBezTo>
                <a:lnTo>
                  <a:pt x="4763" y="57150"/>
                </a:lnTo>
                <a:cubicBezTo>
                  <a:pt x="4763" y="62419"/>
                  <a:pt x="9019" y="66675"/>
                  <a:pt x="14288" y="66675"/>
                </a:cubicBezTo>
                <a:lnTo>
                  <a:pt x="21610" y="66675"/>
                </a:lnTo>
                <a:cubicBezTo>
                  <a:pt x="21759" y="66675"/>
                  <a:pt x="21908" y="66675"/>
                  <a:pt x="22056" y="66675"/>
                </a:cubicBezTo>
                <a:lnTo>
                  <a:pt x="47655" y="66675"/>
                </a:lnTo>
                <a:cubicBezTo>
                  <a:pt x="52923" y="66675"/>
                  <a:pt x="57180" y="62419"/>
                  <a:pt x="57180" y="57150"/>
                </a:cubicBezTo>
                <a:cubicBezTo>
                  <a:pt x="57180" y="51881"/>
                  <a:pt x="52923" y="47625"/>
                  <a:pt x="47655" y="47625"/>
                </a:cubicBezTo>
                <a:lnTo>
                  <a:pt x="36255" y="47625"/>
                </a:lnTo>
                <a:cubicBezTo>
                  <a:pt x="46107" y="30540"/>
                  <a:pt x="64591" y="19050"/>
                  <a:pt x="85725" y="19050"/>
                </a:cubicBezTo>
                <a:close/>
                <a:moveTo>
                  <a:pt x="92869" y="45244"/>
                </a:moveTo>
                <a:cubicBezTo>
                  <a:pt x="92869" y="41285"/>
                  <a:pt x="89684" y="38100"/>
                  <a:pt x="85725" y="38100"/>
                </a:cubicBezTo>
                <a:cubicBezTo>
                  <a:pt x="81766" y="38100"/>
                  <a:pt x="78581" y="41285"/>
                  <a:pt x="78581" y="45244"/>
                </a:cubicBezTo>
                <a:lnTo>
                  <a:pt x="78581" y="76200"/>
                </a:lnTo>
                <a:cubicBezTo>
                  <a:pt x="78581" y="78105"/>
                  <a:pt x="79325" y="79921"/>
                  <a:pt x="80665" y="81260"/>
                </a:cubicBezTo>
                <a:lnTo>
                  <a:pt x="102096" y="102691"/>
                </a:lnTo>
                <a:cubicBezTo>
                  <a:pt x="104894" y="105489"/>
                  <a:pt x="109418" y="105489"/>
                  <a:pt x="112187" y="102691"/>
                </a:cubicBezTo>
                <a:cubicBezTo>
                  <a:pt x="114955" y="99893"/>
                  <a:pt x="114985" y="95369"/>
                  <a:pt x="112187" y="92601"/>
                </a:cubicBezTo>
                <a:lnTo>
                  <a:pt x="92839" y="73253"/>
                </a:lnTo>
                <a:lnTo>
                  <a:pt x="92839" y="45244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2" name="Text 50"/>
          <p:cNvSpPr/>
          <p:nvPr/>
        </p:nvSpPr>
        <p:spPr>
          <a:xfrm>
            <a:off x="1028700" y="48196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История отгрузок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60784" y="5257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4" name="Text 52"/>
          <p:cNvSpPr/>
          <p:nvPr/>
        </p:nvSpPr>
        <p:spPr>
          <a:xfrm>
            <a:off x="776288" y="521970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Просмотр всех накладных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0784" y="5524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6" name="Text 54"/>
          <p:cNvSpPr/>
          <p:nvPr/>
        </p:nvSpPr>
        <p:spPr>
          <a:xfrm>
            <a:off x="776288" y="5486400"/>
            <a:ext cx="1924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Детализация по позициям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60784" y="579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8" name="Text 56"/>
          <p:cNvSpPr/>
          <p:nvPr/>
        </p:nvSpPr>
        <p:spPr>
          <a:xfrm>
            <a:off x="776288" y="57531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для Администратора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222700" y="4591050"/>
            <a:ext cx="3724275" cy="1543050"/>
          </a:xfrm>
          <a:custGeom>
            <a:avLst/>
            <a:gdLst/>
            <a:ahLst/>
            <a:cxnLst/>
            <a:rect l="l" t="t" r="r" b="b"/>
            <a:pathLst>
              <a:path w="3724275" h="154305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1428756"/>
                </a:lnTo>
                <a:cubicBezTo>
                  <a:pt x="3724275" y="1491837"/>
                  <a:pt x="3673062" y="1543050"/>
                  <a:pt x="3609981" y="1543050"/>
                </a:cubicBezTo>
                <a:lnTo>
                  <a:pt x="114294" y="1543050"/>
                </a:lnTo>
                <a:cubicBezTo>
                  <a:pt x="51213" y="1543050"/>
                  <a:pt x="0" y="1491837"/>
                  <a:pt x="0" y="142875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222700" y="4591050"/>
            <a:ext cx="3724275" cy="38100"/>
          </a:xfrm>
          <a:custGeom>
            <a:avLst/>
            <a:gdLst/>
            <a:ahLst/>
            <a:cxnLst/>
            <a:rect l="l" t="t" r="r" b="b"/>
            <a:pathLst>
              <a:path w="3724275" h="38100">
                <a:moveTo>
                  <a:pt x="38100" y="0"/>
                </a:moveTo>
                <a:lnTo>
                  <a:pt x="3686175" y="0"/>
                </a:lnTo>
                <a:cubicBezTo>
                  <a:pt x="3707203" y="0"/>
                  <a:pt x="3724275" y="17072"/>
                  <a:pt x="3724275" y="38100"/>
                </a:cubicBezTo>
                <a:lnTo>
                  <a:pt x="37242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1" name="Shape 59"/>
          <p:cNvSpPr/>
          <p:nvPr/>
        </p:nvSpPr>
        <p:spPr>
          <a:xfrm>
            <a:off x="4375100" y="4762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2" name="Shape 60"/>
          <p:cNvSpPr/>
          <p:nvPr/>
        </p:nvSpPr>
        <p:spPr>
          <a:xfrm>
            <a:off x="4479875" y="48768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3" name="Text 61"/>
          <p:cNvSpPr/>
          <p:nvPr/>
        </p:nvSpPr>
        <p:spPr>
          <a:xfrm>
            <a:off x="4870400" y="4819650"/>
            <a:ext cx="91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Категории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402485" y="52578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5" name="Text 63"/>
          <p:cNvSpPr/>
          <p:nvPr/>
        </p:nvSpPr>
        <p:spPr>
          <a:xfrm>
            <a:off x="4617988" y="5219700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Управление категориями товаров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402485" y="55245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7" name="Text 65"/>
          <p:cNvSpPr/>
          <p:nvPr/>
        </p:nvSpPr>
        <p:spPr>
          <a:xfrm>
            <a:off x="4617988" y="5486400"/>
            <a:ext cx="1190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CRUD операции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402485" y="579120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9" name="Text 67"/>
          <p:cNvSpPr/>
          <p:nvPr/>
        </p:nvSpPr>
        <p:spPr>
          <a:xfrm>
            <a:off x="4617988" y="5753100"/>
            <a:ext cx="2095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для Администратора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02501" y="1219200"/>
            <a:ext cx="3705225" cy="5257800"/>
          </a:xfrm>
          <a:custGeom>
            <a:avLst/>
            <a:gdLst/>
            <a:ahLst/>
            <a:cxnLst/>
            <a:rect l="l" t="t" r="r" b="b"/>
            <a:pathLst>
              <a:path w="3705225" h="5257800">
                <a:moveTo>
                  <a:pt x="114306" y="0"/>
                </a:moveTo>
                <a:lnTo>
                  <a:pt x="3590919" y="0"/>
                </a:lnTo>
                <a:cubicBezTo>
                  <a:pt x="3654048" y="0"/>
                  <a:pt x="3705225" y="51177"/>
                  <a:pt x="3705225" y="114306"/>
                </a:cubicBezTo>
                <a:lnTo>
                  <a:pt x="3705225" y="5143494"/>
                </a:lnTo>
                <a:cubicBezTo>
                  <a:pt x="3705225" y="5206623"/>
                  <a:pt x="3654048" y="5257800"/>
                  <a:pt x="3590919" y="5257800"/>
                </a:cubicBezTo>
                <a:lnTo>
                  <a:pt x="114306" y="5257800"/>
                </a:lnTo>
                <a:cubicBezTo>
                  <a:pt x="51177" y="5257800"/>
                  <a:pt x="0" y="5206623"/>
                  <a:pt x="0" y="5143494"/>
                </a:cubicBezTo>
                <a:lnTo>
                  <a:pt x="0" y="114306"/>
                </a:lnTo>
                <a:cubicBezTo>
                  <a:pt x="0" y="51177"/>
                  <a:pt x="51177" y="0"/>
                  <a:pt x="114306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8350151" y="1447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57150" y="42863"/>
                </a:moveTo>
                <a:lnTo>
                  <a:pt x="57150" y="71438"/>
                </a:lnTo>
                <a:lnTo>
                  <a:pt x="114300" y="71438"/>
                </a:lnTo>
                <a:lnTo>
                  <a:pt x="114300" y="42863"/>
                </a:lnTo>
                <a:cubicBezTo>
                  <a:pt x="114300" y="27102"/>
                  <a:pt x="101486" y="14288"/>
                  <a:pt x="85725" y="14288"/>
                </a:cubicBezTo>
                <a:cubicBezTo>
                  <a:pt x="69964" y="14288"/>
                  <a:pt x="57150" y="27102"/>
                  <a:pt x="57150" y="42863"/>
                </a:cubicBezTo>
                <a:close/>
                <a:moveTo>
                  <a:pt x="28575" y="71438"/>
                </a:moveTo>
                <a:lnTo>
                  <a:pt x="28575" y="42863"/>
                </a:lnTo>
                <a:cubicBezTo>
                  <a:pt x="28575" y="11296"/>
                  <a:pt x="54159" y="-14287"/>
                  <a:pt x="85725" y="-14287"/>
                </a:cubicBezTo>
                <a:cubicBezTo>
                  <a:pt x="117291" y="-14287"/>
                  <a:pt x="142875" y="11296"/>
                  <a:pt x="142875" y="42863"/>
                </a:cubicBezTo>
                <a:lnTo>
                  <a:pt x="142875" y="71438"/>
                </a:lnTo>
                <a:cubicBezTo>
                  <a:pt x="158636" y="71438"/>
                  <a:pt x="171450" y="84252"/>
                  <a:pt x="171450" y="10001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100013"/>
                </a:lnTo>
                <a:cubicBezTo>
                  <a:pt x="0" y="84252"/>
                  <a:pt x="12814" y="71438"/>
                  <a:pt x="28575" y="71438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2" name="Text 70"/>
          <p:cNvSpPr/>
          <p:nvPr/>
        </p:nvSpPr>
        <p:spPr>
          <a:xfrm>
            <a:off x="8578751" y="1409700"/>
            <a:ext cx="3152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Матрица прав</a:t>
            </a:r>
            <a:endParaRPr lang="en-US" sz="1600" dirty="0"/>
          </a:p>
        </p:txBody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93001" y="2514600"/>
          <a:ext cx="3324225" cy="3541398"/>
        </p:xfrm>
        <a:graphic>
          <a:graphicData uri="http://schemas.openxmlformats.org/drawingml/2006/table">
            <a:tbl>
              <a:tblPr/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513">
                <a:tc>
                  <a:txBody>
                    <a:bodyPr/>
                    <a:lstStyle/>
                    <a:p>
                      <a:pPr algn="l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Функция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Админ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Кладовщик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Авторизация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Регистрация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Каталог (просмотр)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CRUD товаров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Отгрузки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История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Категории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solidFill>
                            <a:srgbClr val="F8F9FA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 &amp; DATABASE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Демонстрация программы: Архитектура и БД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62050"/>
            <a:ext cx="4476750" cy="3219450"/>
          </a:xfrm>
          <a:custGeom>
            <a:avLst/>
            <a:gdLst/>
            <a:ahLst/>
            <a:cxnLst/>
            <a:rect l="l" t="t" r="r" b="b"/>
            <a:pathLst>
              <a:path w="4476750" h="321945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3105160"/>
                </a:lnTo>
                <a:cubicBezTo>
                  <a:pt x="4476750" y="3168280"/>
                  <a:pt x="4425580" y="3219450"/>
                  <a:pt x="4362460" y="3219450"/>
                </a:cubicBezTo>
                <a:lnTo>
                  <a:pt x="114290" y="3219450"/>
                </a:lnTo>
                <a:cubicBezTo>
                  <a:pt x="51170" y="3219450"/>
                  <a:pt x="0" y="3168280"/>
                  <a:pt x="0" y="310516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162050"/>
            <a:ext cx="4476750" cy="38100"/>
          </a:xfrm>
          <a:custGeom>
            <a:avLst/>
            <a:gdLst/>
            <a:ahLst/>
            <a:cxnLst/>
            <a:rect l="l" t="t" r="r" b="b"/>
            <a:pathLst>
              <a:path w="4476750" h="38100">
                <a:moveTo>
                  <a:pt x="38100" y="0"/>
                </a:moveTo>
                <a:lnTo>
                  <a:pt x="4438650" y="0"/>
                </a:lnTo>
                <a:cubicBezTo>
                  <a:pt x="4459678" y="0"/>
                  <a:pt x="4476750" y="17072"/>
                  <a:pt x="4476750" y="38100"/>
                </a:cubicBezTo>
                <a:lnTo>
                  <a:pt x="447675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57213" y="13716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771525" y="1333500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Технологический стек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1714500"/>
            <a:ext cx="4171950" cy="571500"/>
          </a:xfrm>
          <a:custGeom>
            <a:avLst/>
            <a:gdLst/>
            <a:ahLst/>
            <a:cxnLst/>
            <a:rect l="l" t="t" r="r" b="b"/>
            <a:pathLst>
              <a:path w="4171950" h="571500">
                <a:moveTo>
                  <a:pt x="76198" y="0"/>
                </a:moveTo>
                <a:lnTo>
                  <a:pt x="4095752" y="0"/>
                </a:lnTo>
                <a:cubicBezTo>
                  <a:pt x="4137835" y="0"/>
                  <a:pt x="4171950" y="34115"/>
                  <a:pt x="4171950" y="76198"/>
                </a:cubicBezTo>
                <a:lnTo>
                  <a:pt x="4171950" y="495302"/>
                </a:lnTo>
                <a:cubicBezTo>
                  <a:pt x="4171950" y="537385"/>
                  <a:pt x="4137835" y="571500"/>
                  <a:pt x="4095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609600" y="1809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10" name="Shape 8"/>
          <p:cNvSpPr/>
          <p:nvPr/>
        </p:nvSpPr>
        <p:spPr>
          <a:xfrm>
            <a:off x="733425" y="19240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0" y="27890"/>
                </a:moveTo>
                <a:lnTo>
                  <a:pt x="54650" y="20360"/>
                </a:lnTo>
                <a:lnTo>
                  <a:pt x="54650" y="73164"/>
                </a:lnTo>
                <a:lnTo>
                  <a:pt x="0" y="73164"/>
                </a:lnTo>
                <a:lnTo>
                  <a:pt x="0" y="27890"/>
                </a:lnTo>
                <a:close/>
                <a:moveTo>
                  <a:pt x="0" y="124510"/>
                </a:moveTo>
                <a:lnTo>
                  <a:pt x="54650" y="132040"/>
                </a:lnTo>
                <a:lnTo>
                  <a:pt x="54650" y="79891"/>
                </a:lnTo>
                <a:lnTo>
                  <a:pt x="0" y="79891"/>
                </a:lnTo>
                <a:lnTo>
                  <a:pt x="0" y="124510"/>
                </a:lnTo>
                <a:close/>
                <a:moveTo>
                  <a:pt x="60662" y="132844"/>
                </a:moveTo>
                <a:lnTo>
                  <a:pt x="133350" y="142875"/>
                </a:lnTo>
                <a:lnTo>
                  <a:pt x="133350" y="79891"/>
                </a:lnTo>
                <a:lnTo>
                  <a:pt x="60662" y="79891"/>
                </a:lnTo>
                <a:lnTo>
                  <a:pt x="60662" y="132844"/>
                </a:lnTo>
                <a:close/>
                <a:moveTo>
                  <a:pt x="60662" y="19556"/>
                </a:moveTo>
                <a:lnTo>
                  <a:pt x="60662" y="73164"/>
                </a:lnTo>
                <a:lnTo>
                  <a:pt x="133350" y="73164"/>
                </a:lnTo>
                <a:lnTo>
                  <a:pt x="133350" y="9525"/>
                </a:lnTo>
                <a:lnTo>
                  <a:pt x="60662" y="1955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17907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Windows Forms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4900" y="20193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C# Desktop Application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2362200"/>
            <a:ext cx="4171950" cy="571500"/>
          </a:xfrm>
          <a:custGeom>
            <a:avLst/>
            <a:gdLst/>
            <a:ahLst/>
            <a:cxnLst/>
            <a:rect l="l" t="t" r="r" b="b"/>
            <a:pathLst>
              <a:path w="4171950" h="571500">
                <a:moveTo>
                  <a:pt x="76198" y="0"/>
                </a:moveTo>
                <a:lnTo>
                  <a:pt x="4095752" y="0"/>
                </a:lnTo>
                <a:cubicBezTo>
                  <a:pt x="4137835" y="0"/>
                  <a:pt x="4171950" y="34115"/>
                  <a:pt x="4171950" y="76198"/>
                </a:cubicBezTo>
                <a:lnTo>
                  <a:pt x="4171950" y="495302"/>
                </a:lnTo>
                <a:cubicBezTo>
                  <a:pt x="4171950" y="537385"/>
                  <a:pt x="4137835" y="571500"/>
                  <a:pt x="4095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4" name="Shape 12"/>
          <p:cNvSpPr/>
          <p:nvPr/>
        </p:nvSpPr>
        <p:spPr>
          <a:xfrm>
            <a:off x="609600" y="2457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5" name="Shape 13"/>
          <p:cNvSpPr/>
          <p:nvPr/>
        </p:nvSpPr>
        <p:spPr>
          <a:xfrm>
            <a:off x="733425" y="25717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2438400"/>
            <a:ext cx="1114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" y="2667000"/>
            <a:ext cx="1104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Реляционная БД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3009900"/>
            <a:ext cx="4171950" cy="571500"/>
          </a:xfrm>
          <a:custGeom>
            <a:avLst/>
            <a:gdLst/>
            <a:ahLst/>
            <a:cxnLst/>
            <a:rect l="l" t="t" r="r" b="b"/>
            <a:pathLst>
              <a:path w="4171950" h="571500">
                <a:moveTo>
                  <a:pt x="76198" y="0"/>
                </a:moveTo>
                <a:lnTo>
                  <a:pt x="4095752" y="0"/>
                </a:lnTo>
                <a:cubicBezTo>
                  <a:pt x="4137835" y="0"/>
                  <a:pt x="4171950" y="34115"/>
                  <a:pt x="4171950" y="76198"/>
                </a:cubicBezTo>
                <a:lnTo>
                  <a:pt x="4171950" y="495302"/>
                </a:lnTo>
                <a:cubicBezTo>
                  <a:pt x="4171950" y="537385"/>
                  <a:pt x="4137835" y="571500"/>
                  <a:pt x="4095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31051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Shape 18"/>
          <p:cNvSpPr/>
          <p:nvPr/>
        </p:nvSpPr>
        <p:spPr>
          <a:xfrm>
            <a:off x="714375" y="321945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" y="30861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Entity Framework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" y="331470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ORM для работы с БД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3657600"/>
            <a:ext cx="4171950" cy="571500"/>
          </a:xfrm>
          <a:custGeom>
            <a:avLst/>
            <a:gdLst/>
            <a:ahLst/>
            <a:cxnLst/>
            <a:rect l="l" t="t" r="r" b="b"/>
            <a:pathLst>
              <a:path w="4171950" h="571500">
                <a:moveTo>
                  <a:pt x="76198" y="0"/>
                </a:moveTo>
                <a:lnTo>
                  <a:pt x="4095752" y="0"/>
                </a:lnTo>
                <a:cubicBezTo>
                  <a:pt x="4137835" y="0"/>
                  <a:pt x="4171950" y="34115"/>
                  <a:pt x="4171950" y="76198"/>
                </a:cubicBezTo>
                <a:lnTo>
                  <a:pt x="4171950" y="495302"/>
                </a:lnTo>
                <a:cubicBezTo>
                  <a:pt x="4171950" y="537385"/>
                  <a:pt x="4137835" y="571500"/>
                  <a:pt x="409575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37528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5" name="Shape 23"/>
          <p:cNvSpPr/>
          <p:nvPr/>
        </p:nvSpPr>
        <p:spPr>
          <a:xfrm>
            <a:off x="723900" y="38671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77569" y="0"/>
                  <a:pt x="78938" y="298"/>
                  <a:pt x="80189" y="863"/>
                </a:cubicBezTo>
                <a:lnTo>
                  <a:pt x="136267" y="24646"/>
                </a:lnTo>
                <a:cubicBezTo>
                  <a:pt x="142815" y="27414"/>
                  <a:pt x="147697" y="33873"/>
                  <a:pt x="147667" y="41672"/>
                </a:cubicBezTo>
                <a:cubicBezTo>
                  <a:pt x="147518" y="71199"/>
                  <a:pt x="135374" y="125224"/>
                  <a:pt x="84088" y="149781"/>
                </a:cubicBezTo>
                <a:cubicBezTo>
                  <a:pt x="79117" y="152162"/>
                  <a:pt x="73343" y="152162"/>
                  <a:pt x="68372" y="149781"/>
                </a:cubicBezTo>
                <a:cubicBezTo>
                  <a:pt x="17056" y="125224"/>
                  <a:pt x="4941" y="71199"/>
                  <a:pt x="4792" y="41672"/>
                </a:cubicBezTo>
                <a:cubicBezTo>
                  <a:pt x="4762" y="33873"/>
                  <a:pt x="9644" y="27414"/>
                  <a:pt x="16192" y="24646"/>
                </a:cubicBezTo>
                <a:lnTo>
                  <a:pt x="72241" y="863"/>
                </a:lnTo>
                <a:cubicBezTo>
                  <a:pt x="73491" y="298"/>
                  <a:pt x="74831" y="0"/>
                  <a:pt x="76200" y="0"/>
                </a:cubicBezTo>
                <a:close/>
                <a:moveTo>
                  <a:pt x="76200" y="19883"/>
                </a:moveTo>
                <a:lnTo>
                  <a:pt x="76200" y="132427"/>
                </a:lnTo>
                <a:cubicBezTo>
                  <a:pt x="117277" y="112544"/>
                  <a:pt x="128320" y="68491"/>
                  <a:pt x="128588" y="42118"/>
                </a:cubicBezTo>
                <a:lnTo>
                  <a:pt x="76200" y="19913"/>
                </a:lnTo>
                <a:lnTo>
                  <a:pt x="76200" y="19913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6" name="Text 24"/>
          <p:cNvSpPr/>
          <p:nvPr/>
        </p:nvSpPr>
        <p:spPr>
          <a:xfrm>
            <a:off x="1104900" y="3733800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BCrypt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04900" y="3962400"/>
            <a:ext cx="147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Хеширование паролей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81000" y="4533900"/>
            <a:ext cx="4476750" cy="2057400"/>
          </a:xfrm>
          <a:custGeom>
            <a:avLst/>
            <a:gdLst/>
            <a:ahLst/>
            <a:cxnLst/>
            <a:rect l="l" t="t" r="r" b="b"/>
            <a:pathLst>
              <a:path w="4476750" h="2057400">
                <a:moveTo>
                  <a:pt x="114309" y="0"/>
                </a:moveTo>
                <a:lnTo>
                  <a:pt x="4362441" y="0"/>
                </a:lnTo>
                <a:cubicBezTo>
                  <a:pt x="4425572" y="0"/>
                  <a:pt x="4476750" y="51178"/>
                  <a:pt x="4476750" y="114309"/>
                </a:cubicBezTo>
                <a:lnTo>
                  <a:pt x="4476750" y="1943091"/>
                </a:lnTo>
                <a:cubicBezTo>
                  <a:pt x="4476750" y="2006222"/>
                  <a:pt x="4425572" y="2057400"/>
                  <a:pt x="4362441" y="2057400"/>
                </a:cubicBezTo>
                <a:lnTo>
                  <a:pt x="114309" y="2057400"/>
                </a:lnTo>
                <a:cubicBezTo>
                  <a:pt x="51178" y="2057400"/>
                  <a:pt x="0" y="2006222"/>
                  <a:pt x="0" y="194309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213" y="4724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71438" y="23812"/>
                </a:moveTo>
                <a:cubicBezTo>
                  <a:pt x="71438" y="17227"/>
                  <a:pt x="76758" y="11906"/>
                  <a:pt x="83344" y="11906"/>
                </a:cubicBezTo>
                <a:lnTo>
                  <a:pt x="107156" y="11906"/>
                </a:lnTo>
                <a:cubicBezTo>
                  <a:pt x="113742" y="11906"/>
                  <a:pt x="119063" y="17227"/>
                  <a:pt x="119063" y="23812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104180" y="59531"/>
                </a:lnTo>
                <a:lnTo>
                  <a:pt x="104180" y="83344"/>
                </a:lnTo>
                <a:lnTo>
                  <a:pt x="148828" y="83344"/>
                </a:lnTo>
                <a:cubicBezTo>
                  <a:pt x="163637" y="83344"/>
                  <a:pt x="175617" y="95324"/>
                  <a:pt x="175617" y="110133"/>
                </a:cubicBezTo>
                <a:lnTo>
                  <a:pt x="175617" y="130969"/>
                </a:lnTo>
                <a:lnTo>
                  <a:pt x="178594" y="130969"/>
                </a:lnTo>
                <a:cubicBezTo>
                  <a:pt x="185179" y="130969"/>
                  <a:pt x="190500" y="136289"/>
                  <a:pt x="190500" y="142875"/>
                </a:cubicBezTo>
                <a:lnTo>
                  <a:pt x="190500" y="166688"/>
                </a:lnTo>
                <a:cubicBezTo>
                  <a:pt x="190500" y="173273"/>
                  <a:pt x="185179" y="178594"/>
                  <a:pt x="178594" y="178594"/>
                </a:cubicBezTo>
                <a:lnTo>
                  <a:pt x="154781" y="178594"/>
                </a:lnTo>
                <a:cubicBezTo>
                  <a:pt x="148196" y="178594"/>
                  <a:pt x="142875" y="173273"/>
                  <a:pt x="142875" y="166688"/>
                </a:cubicBezTo>
                <a:lnTo>
                  <a:pt x="142875" y="142875"/>
                </a:lnTo>
                <a:cubicBezTo>
                  <a:pt x="142875" y="136289"/>
                  <a:pt x="148196" y="130969"/>
                  <a:pt x="154781" y="130969"/>
                </a:cubicBezTo>
                <a:lnTo>
                  <a:pt x="157758" y="130969"/>
                </a:lnTo>
                <a:lnTo>
                  <a:pt x="157758" y="110133"/>
                </a:lnTo>
                <a:cubicBezTo>
                  <a:pt x="157758" y="105184"/>
                  <a:pt x="153777" y="101203"/>
                  <a:pt x="148828" y="101203"/>
                </a:cubicBezTo>
                <a:lnTo>
                  <a:pt x="104180" y="101203"/>
                </a:lnTo>
                <a:lnTo>
                  <a:pt x="104180" y="130969"/>
                </a:lnTo>
                <a:lnTo>
                  <a:pt x="107156" y="130969"/>
                </a:lnTo>
                <a:cubicBezTo>
                  <a:pt x="113742" y="130969"/>
                  <a:pt x="119063" y="136289"/>
                  <a:pt x="119063" y="142875"/>
                </a:cubicBezTo>
                <a:lnTo>
                  <a:pt x="119063" y="166688"/>
                </a:lnTo>
                <a:cubicBezTo>
                  <a:pt x="119063" y="173273"/>
                  <a:pt x="113742" y="178594"/>
                  <a:pt x="107156" y="178594"/>
                </a:cubicBezTo>
                <a:lnTo>
                  <a:pt x="83344" y="178594"/>
                </a:lnTo>
                <a:cubicBezTo>
                  <a:pt x="76758" y="178594"/>
                  <a:pt x="71438" y="173273"/>
                  <a:pt x="71438" y="166688"/>
                </a:cubicBezTo>
                <a:lnTo>
                  <a:pt x="71438" y="142875"/>
                </a:lnTo>
                <a:cubicBezTo>
                  <a:pt x="71438" y="136289"/>
                  <a:pt x="76758" y="130969"/>
                  <a:pt x="83344" y="130969"/>
                </a:cubicBezTo>
                <a:lnTo>
                  <a:pt x="86320" y="130969"/>
                </a:lnTo>
                <a:lnTo>
                  <a:pt x="86320" y="101203"/>
                </a:lnTo>
                <a:lnTo>
                  <a:pt x="41672" y="101203"/>
                </a:lnTo>
                <a:cubicBezTo>
                  <a:pt x="36723" y="101203"/>
                  <a:pt x="32742" y="105184"/>
                  <a:pt x="32742" y="110133"/>
                </a:cubicBezTo>
                <a:lnTo>
                  <a:pt x="32742" y="130969"/>
                </a:lnTo>
                <a:lnTo>
                  <a:pt x="35719" y="130969"/>
                </a:lnTo>
                <a:cubicBezTo>
                  <a:pt x="42304" y="130969"/>
                  <a:pt x="47625" y="136289"/>
                  <a:pt x="47625" y="142875"/>
                </a:cubicBezTo>
                <a:lnTo>
                  <a:pt x="47625" y="166688"/>
                </a:lnTo>
                <a:cubicBezTo>
                  <a:pt x="47625" y="173273"/>
                  <a:pt x="42304" y="178594"/>
                  <a:pt x="35719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42875"/>
                </a:lnTo>
                <a:cubicBezTo>
                  <a:pt x="0" y="136289"/>
                  <a:pt x="5321" y="130969"/>
                  <a:pt x="11906" y="130969"/>
                </a:cubicBezTo>
                <a:lnTo>
                  <a:pt x="14883" y="130969"/>
                </a:lnTo>
                <a:lnTo>
                  <a:pt x="14883" y="110133"/>
                </a:lnTo>
                <a:cubicBezTo>
                  <a:pt x="14883" y="95324"/>
                  <a:pt x="26863" y="83344"/>
                  <a:pt x="41672" y="83344"/>
                </a:cubicBezTo>
                <a:lnTo>
                  <a:pt x="86320" y="83344"/>
                </a:lnTo>
                <a:lnTo>
                  <a:pt x="86320" y="59531"/>
                </a:lnTo>
                <a:lnTo>
                  <a:pt x="83344" y="59531"/>
                </a:lnTo>
                <a:cubicBezTo>
                  <a:pt x="76758" y="59531"/>
                  <a:pt x="71438" y="54211"/>
                  <a:pt x="71438" y="47625"/>
                </a:cubicBezTo>
                <a:lnTo>
                  <a:pt x="71438" y="23812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0" name="Text 28"/>
          <p:cNvSpPr/>
          <p:nvPr/>
        </p:nvSpPr>
        <p:spPr>
          <a:xfrm>
            <a:off x="771525" y="4686300"/>
            <a:ext cx="402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Архитектура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2450" y="5067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104775"/>
                </a:lnTo>
                <a:cubicBezTo>
                  <a:pt x="0" y="115282"/>
                  <a:pt x="8543" y="123825"/>
                  <a:pt x="19050" y="123825"/>
                </a:cubicBezTo>
                <a:lnTo>
                  <a:pt x="61912" y="123825"/>
                </a:lnTo>
                <a:lnTo>
                  <a:pt x="57150" y="138113"/>
                </a:lnTo>
                <a:lnTo>
                  <a:pt x="35719" y="138113"/>
                </a:lnTo>
                <a:cubicBezTo>
                  <a:pt x="31760" y="138113"/>
                  <a:pt x="28575" y="141297"/>
                  <a:pt x="28575" y="145256"/>
                </a:cubicBezTo>
                <a:cubicBezTo>
                  <a:pt x="28575" y="149215"/>
                  <a:pt x="31760" y="152400"/>
                  <a:pt x="35719" y="152400"/>
                </a:cubicBezTo>
                <a:lnTo>
                  <a:pt x="116681" y="152400"/>
                </a:lnTo>
                <a:cubicBezTo>
                  <a:pt x="120640" y="152400"/>
                  <a:pt x="123825" y="149215"/>
                  <a:pt x="123825" y="145256"/>
                </a:cubicBezTo>
                <a:cubicBezTo>
                  <a:pt x="123825" y="141297"/>
                  <a:pt x="120640" y="138113"/>
                  <a:pt x="116681" y="138113"/>
                </a:cubicBezTo>
                <a:lnTo>
                  <a:pt x="95250" y="138113"/>
                </a:lnTo>
                <a:lnTo>
                  <a:pt x="90488" y="123825"/>
                </a:lnTo>
                <a:lnTo>
                  <a:pt x="133350" y="123825"/>
                </a:lnTo>
                <a:cubicBezTo>
                  <a:pt x="143857" y="123825"/>
                  <a:pt x="152400" y="115282"/>
                  <a:pt x="152400" y="104775"/>
                </a:cubicBezTo>
                <a:lnTo>
                  <a:pt x="152400" y="28575"/>
                </a:lnTo>
                <a:cubicBezTo>
                  <a:pt x="152400" y="18068"/>
                  <a:pt x="143857" y="9525"/>
                  <a:pt x="133350" y="9525"/>
                </a:cubicBezTo>
                <a:lnTo>
                  <a:pt x="19050" y="9525"/>
                </a:lnTo>
                <a:close/>
                <a:moveTo>
                  <a:pt x="28575" y="28575"/>
                </a:moveTo>
                <a:lnTo>
                  <a:pt x="123825" y="28575"/>
                </a:lnTo>
                <a:cubicBezTo>
                  <a:pt x="129094" y="28575"/>
                  <a:pt x="133350" y="32831"/>
                  <a:pt x="133350" y="38100"/>
                </a:cubicBezTo>
                <a:lnTo>
                  <a:pt x="133350" y="85725"/>
                </a:lnTo>
                <a:cubicBezTo>
                  <a:pt x="133350" y="90994"/>
                  <a:pt x="129094" y="95250"/>
                  <a:pt x="123825" y="95250"/>
                </a:cubicBezTo>
                <a:lnTo>
                  <a:pt x="28575" y="95250"/>
                </a:lnTo>
                <a:cubicBezTo>
                  <a:pt x="23306" y="95250"/>
                  <a:pt x="19050" y="90994"/>
                  <a:pt x="19050" y="85725"/>
                </a:cubicBezTo>
                <a:lnTo>
                  <a:pt x="19050" y="38100"/>
                </a:lnTo>
                <a:cubicBezTo>
                  <a:pt x="19050" y="32831"/>
                  <a:pt x="23306" y="28575"/>
                  <a:pt x="28575" y="28575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" y="50292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Клиент (WinForms)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0100" y="5257800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UI, валидация, бизнес-логика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1975" y="5562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9050" y="9525"/>
                </a:moveTo>
                <a:cubicBezTo>
                  <a:pt x="8543" y="9525"/>
                  <a:pt x="0" y="18068"/>
                  <a:pt x="0" y="28575"/>
                </a:cubicBezTo>
                <a:lnTo>
                  <a:pt x="0" y="47625"/>
                </a:lnTo>
                <a:cubicBezTo>
                  <a:pt x="0" y="58132"/>
                  <a:pt x="8543" y="66675"/>
                  <a:pt x="19050" y="66675"/>
                </a:cubicBezTo>
                <a:lnTo>
                  <a:pt x="114300" y="66675"/>
                </a:lnTo>
                <a:cubicBezTo>
                  <a:pt x="124807" y="66675"/>
                  <a:pt x="133350" y="58132"/>
                  <a:pt x="133350" y="47625"/>
                </a:cubicBezTo>
                <a:lnTo>
                  <a:pt x="133350" y="28575"/>
                </a:lnTo>
                <a:cubicBezTo>
                  <a:pt x="133350" y="18068"/>
                  <a:pt x="124807" y="9525"/>
                  <a:pt x="114300" y="9525"/>
                </a:cubicBezTo>
                <a:lnTo>
                  <a:pt x="19050" y="9525"/>
                </a:lnTo>
                <a:close/>
                <a:moveTo>
                  <a:pt x="83344" y="30956"/>
                </a:moveTo>
                <a:cubicBezTo>
                  <a:pt x="87286" y="30956"/>
                  <a:pt x="90488" y="34157"/>
                  <a:pt x="90488" y="38100"/>
                </a:cubicBezTo>
                <a:cubicBezTo>
                  <a:pt x="90488" y="42043"/>
                  <a:pt x="87286" y="45244"/>
                  <a:pt x="83344" y="45244"/>
                </a:cubicBezTo>
                <a:cubicBezTo>
                  <a:pt x="79401" y="45244"/>
                  <a:pt x="76200" y="42043"/>
                  <a:pt x="76200" y="38100"/>
                </a:cubicBezTo>
                <a:cubicBezTo>
                  <a:pt x="76200" y="34157"/>
                  <a:pt x="79401" y="30956"/>
                  <a:pt x="83344" y="30956"/>
                </a:cubicBezTo>
                <a:close/>
                <a:moveTo>
                  <a:pt x="100013" y="38100"/>
                </a:moveTo>
                <a:cubicBezTo>
                  <a:pt x="100013" y="34157"/>
                  <a:pt x="103214" y="30956"/>
                  <a:pt x="107156" y="30956"/>
                </a:cubicBezTo>
                <a:cubicBezTo>
                  <a:pt x="111099" y="30956"/>
                  <a:pt x="114300" y="34157"/>
                  <a:pt x="114300" y="38100"/>
                </a:cubicBezTo>
                <a:cubicBezTo>
                  <a:pt x="114300" y="42043"/>
                  <a:pt x="111099" y="45244"/>
                  <a:pt x="107156" y="45244"/>
                </a:cubicBezTo>
                <a:cubicBezTo>
                  <a:pt x="103214" y="45244"/>
                  <a:pt x="100013" y="42043"/>
                  <a:pt x="100013" y="38100"/>
                </a:cubicBezTo>
                <a:close/>
                <a:moveTo>
                  <a:pt x="19050" y="85725"/>
                </a:moveTo>
                <a:cubicBezTo>
                  <a:pt x="8543" y="85725"/>
                  <a:pt x="0" y="94268"/>
                  <a:pt x="0" y="104775"/>
                </a:cubicBezTo>
                <a:lnTo>
                  <a:pt x="0" y="123825"/>
                </a:lnTo>
                <a:cubicBezTo>
                  <a:pt x="0" y="134332"/>
                  <a:pt x="8543" y="142875"/>
                  <a:pt x="19050" y="142875"/>
                </a:cubicBezTo>
                <a:lnTo>
                  <a:pt x="114300" y="142875"/>
                </a:lnTo>
                <a:cubicBezTo>
                  <a:pt x="124807" y="142875"/>
                  <a:pt x="133350" y="134332"/>
                  <a:pt x="133350" y="123825"/>
                </a:cubicBezTo>
                <a:lnTo>
                  <a:pt x="133350" y="104775"/>
                </a:lnTo>
                <a:cubicBezTo>
                  <a:pt x="133350" y="94268"/>
                  <a:pt x="124807" y="85725"/>
                  <a:pt x="114300" y="85725"/>
                </a:cubicBezTo>
                <a:lnTo>
                  <a:pt x="19050" y="85725"/>
                </a:lnTo>
                <a:close/>
                <a:moveTo>
                  <a:pt x="83344" y="107156"/>
                </a:moveTo>
                <a:cubicBezTo>
                  <a:pt x="87286" y="107156"/>
                  <a:pt x="90488" y="110357"/>
                  <a:pt x="90488" y="114300"/>
                </a:cubicBezTo>
                <a:cubicBezTo>
                  <a:pt x="90488" y="118243"/>
                  <a:pt x="87286" y="121444"/>
                  <a:pt x="83344" y="121444"/>
                </a:cubicBezTo>
                <a:cubicBezTo>
                  <a:pt x="79401" y="121444"/>
                  <a:pt x="76200" y="118243"/>
                  <a:pt x="76200" y="114300"/>
                </a:cubicBezTo>
                <a:cubicBezTo>
                  <a:pt x="76200" y="110357"/>
                  <a:pt x="79401" y="107156"/>
                  <a:pt x="83344" y="107156"/>
                </a:cubicBezTo>
                <a:close/>
                <a:moveTo>
                  <a:pt x="100013" y="114300"/>
                </a:moveTo>
                <a:cubicBezTo>
                  <a:pt x="100013" y="110357"/>
                  <a:pt x="103214" y="107156"/>
                  <a:pt x="107156" y="107156"/>
                </a:cubicBezTo>
                <a:cubicBezTo>
                  <a:pt x="111099" y="107156"/>
                  <a:pt x="114300" y="110357"/>
                  <a:pt x="114300" y="114300"/>
                </a:cubicBezTo>
                <a:cubicBezTo>
                  <a:pt x="114300" y="118243"/>
                  <a:pt x="111099" y="121444"/>
                  <a:pt x="107156" y="121444"/>
                </a:cubicBezTo>
                <a:cubicBezTo>
                  <a:pt x="103214" y="121444"/>
                  <a:pt x="100013" y="118243"/>
                  <a:pt x="100013" y="11430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800100" y="5524500"/>
            <a:ext cx="2028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Сервер (PostgreSQL)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0100" y="5753100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Хранение данных, ограничения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52450" y="60579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44827"/>
                </a:moveTo>
                <a:lnTo>
                  <a:pt x="121027" y="73402"/>
                </a:lnTo>
                <a:cubicBezTo>
                  <a:pt x="118289" y="76140"/>
                  <a:pt x="114211" y="76944"/>
                  <a:pt x="110639" y="75456"/>
                </a:cubicBezTo>
                <a:cubicBezTo>
                  <a:pt x="107067" y="73968"/>
                  <a:pt x="104775" y="70515"/>
                  <a:pt x="104775" y="66675"/>
                </a:cubicBezTo>
                <a:lnTo>
                  <a:pt x="104775" y="47625"/>
                </a:lnTo>
                <a:lnTo>
                  <a:pt x="9525" y="47625"/>
                </a:lnTo>
                <a:cubicBezTo>
                  <a:pt x="4256" y="47625"/>
                  <a:pt x="0" y="43369"/>
                  <a:pt x="0" y="38100"/>
                </a:cubicBezTo>
                <a:cubicBezTo>
                  <a:pt x="0" y="32831"/>
                  <a:pt x="4256" y="28575"/>
                  <a:pt x="9525" y="28575"/>
                </a:cubicBezTo>
                <a:lnTo>
                  <a:pt x="104775" y="28575"/>
                </a:lnTo>
                <a:lnTo>
                  <a:pt x="104775" y="9525"/>
                </a:lnTo>
                <a:cubicBezTo>
                  <a:pt x="104775" y="5685"/>
                  <a:pt x="107097" y="2203"/>
                  <a:pt x="110669" y="714"/>
                </a:cubicBezTo>
                <a:cubicBezTo>
                  <a:pt x="114240" y="-774"/>
                  <a:pt x="118318" y="60"/>
                  <a:pt x="121057" y="2768"/>
                </a:cubicBezTo>
                <a:lnTo>
                  <a:pt x="149632" y="31343"/>
                </a:lnTo>
                <a:cubicBezTo>
                  <a:pt x="153353" y="35064"/>
                  <a:pt x="153353" y="41106"/>
                  <a:pt x="149632" y="44827"/>
                </a:cubicBezTo>
                <a:close/>
                <a:moveTo>
                  <a:pt x="31343" y="149602"/>
                </a:moveTo>
                <a:lnTo>
                  <a:pt x="2768" y="121027"/>
                </a:lnTo>
                <a:cubicBezTo>
                  <a:pt x="-952" y="117306"/>
                  <a:pt x="-952" y="111264"/>
                  <a:pt x="2768" y="107543"/>
                </a:cubicBezTo>
                <a:lnTo>
                  <a:pt x="31343" y="78968"/>
                </a:lnTo>
                <a:cubicBezTo>
                  <a:pt x="34082" y="76230"/>
                  <a:pt x="38160" y="75426"/>
                  <a:pt x="41731" y="76914"/>
                </a:cubicBezTo>
                <a:cubicBezTo>
                  <a:pt x="45303" y="78403"/>
                  <a:pt x="47625" y="81885"/>
                  <a:pt x="47625" y="85725"/>
                </a:cubicBezTo>
                <a:lnTo>
                  <a:pt x="47625" y="104775"/>
                </a:lnTo>
                <a:lnTo>
                  <a:pt x="142875" y="104775"/>
                </a:lnTo>
                <a:cubicBezTo>
                  <a:pt x="148144" y="104775"/>
                  <a:pt x="152400" y="109031"/>
                  <a:pt x="152400" y="114300"/>
                </a:cubicBezTo>
                <a:cubicBezTo>
                  <a:pt x="152400" y="119569"/>
                  <a:pt x="148144" y="123825"/>
                  <a:pt x="142875" y="123825"/>
                </a:cubicBezTo>
                <a:lnTo>
                  <a:pt x="47625" y="123825"/>
                </a:lnTo>
                <a:lnTo>
                  <a:pt x="47625" y="142875"/>
                </a:lnTo>
                <a:cubicBezTo>
                  <a:pt x="47625" y="146715"/>
                  <a:pt x="45303" y="150197"/>
                  <a:pt x="41731" y="151686"/>
                </a:cubicBezTo>
                <a:cubicBezTo>
                  <a:pt x="38160" y="153174"/>
                  <a:pt x="34082" y="152340"/>
                  <a:pt x="31343" y="149632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800100" y="6019800"/>
            <a:ext cx="1609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Связь (EF Core)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00100" y="6248400"/>
            <a:ext cx="1600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ORM, миграции, запросы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013871" y="1143000"/>
            <a:ext cx="6800850" cy="5448300"/>
          </a:xfrm>
          <a:custGeom>
            <a:avLst/>
            <a:gdLst/>
            <a:ahLst/>
            <a:cxnLst/>
            <a:rect l="l" t="t" r="r" b="b"/>
            <a:pathLst>
              <a:path w="6800850" h="5448300">
                <a:moveTo>
                  <a:pt x="114305" y="0"/>
                </a:moveTo>
                <a:lnTo>
                  <a:pt x="6686545" y="0"/>
                </a:lnTo>
                <a:cubicBezTo>
                  <a:pt x="6749674" y="0"/>
                  <a:pt x="6800850" y="51176"/>
                  <a:pt x="6800850" y="114305"/>
                </a:cubicBezTo>
                <a:lnTo>
                  <a:pt x="6800850" y="5333995"/>
                </a:lnTo>
                <a:cubicBezTo>
                  <a:pt x="6800850" y="5397124"/>
                  <a:pt x="6749674" y="5448300"/>
                  <a:pt x="6686545" y="5448300"/>
                </a:cubicBezTo>
                <a:lnTo>
                  <a:pt x="114305" y="5448300"/>
                </a:lnTo>
                <a:cubicBezTo>
                  <a:pt x="51176" y="5448300"/>
                  <a:pt x="0" y="5397124"/>
                  <a:pt x="0" y="533399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01989" y="13335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2" name="Text 40"/>
          <p:cNvSpPr/>
          <p:nvPr/>
        </p:nvSpPr>
        <p:spPr>
          <a:xfrm>
            <a:off x="5404396" y="1295400"/>
            <a:ext cx="6353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Схема базы данных</a:t>
            </a:r>
            <a:endParaRPr lang="en-US" sz="1600" dirty="0"/>
          </a:p>
        </p:txBody>
      </p:sp>
      <p:pic>
        <p:nvPicPr>
          <p:cNvPr id="43" name="Image 0" descr="https://kimi-web-img.moonshot.cn/img/www.holistics.io/054657f9886732f7e5084af4edc2e7852ec56c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1638300"/>
            <a:ext cx="6496050" cy="4229100"/>
          </a:xfrm>
          <a:prstGeom prst="roundRect">
            <a:avLst>
              <a:gd name="adj" fmla="val 1802"/>
            </a:avLst>
          </a:prstGeom>
        </p:spPr>
      </p:pic>
      <p:sp>
        <p:nvSpPr>
          <p:cNvPr id="44" name="Shape 41"/>
          <p:cNvSpPr/>
          <p:nvPr/>
        </p:nvSpPr>
        <p:spPr>
          <a:xfrm>
            <a:off x="5166271" y="5943600"/>
            <a:ext cx="1238250" cy="495300"/>
          </a:xfrm>
          <a:custGeom>
            <a:avLst/>
            <a:gdLst/>
            <a:ahLst/>
            <a:cxnLst/>
            <a:rect l="l" t="t" r="r" b="b"/>
            <a:pathLst>
              <a:path w="1238250" h="495300">
                <a:moveTo>
                  <a:pt x="76202" y="0"/>
                </a:moveTo>
                <a:lnTo>
                  <a:pt x="1162048" y="0"/>
                </a:lnTo>
                <a:cubicBezTo>
                  <a:pt x="1204133" y="0"/>
                  <a:pt x="1238250" y="34117"/>
                  <a:pt x="1238250" y="76202"/>
                </a:cubicBezTo>
                <a:lnTo>
                  <a:pt x="1238250" y="419098"/>
                </a:lnTo>
                <a:cubicBezTo>
                  <a:pt x="1238250" y="461183"/>
                  <a:pt x="1204133" y="495300"/>
                  <a:pt x="11620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C5F2D">
              <a:alpha val="1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5209133" y="60198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5213896" y="6210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Авторизация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479977" y="5943600"/>
            <a:ext cx="1238250" cy="495300"/>
          </a:xfrm>
          <a:custGeom>
            <a:avLst/>
            <a:gdLst/>
            <a:ahLst/>
            <a:cxnLst/>
            <a:rect l="l" t="t" r="r" b="b"/>
            <a:pathLst>
              <a:path w="1238250" h="495300">
                <a:moveTo>
                  <a:pt x="76202" y="0"/>
                </a:moveTo>
                <a:lnTo>
                  <a:pt x="1162048" y="0"/>
                </a:lnTo>
                <a:cubicBezTo>
                  <a:pt x="1204133" y="0"/>
                  <a:pt x="1238250" y="34117"/>
                  <a:pt x="1238250" y="76202"/>
                </a:cubicBezTo>
                <a:lnTo>
                  <a:pt x="1238250" y="419098"/>
                </a:lnTo>
                <a:cubicBezTo>
                  <a:pt x="1238250" y="461183"/>
                  <a:pt x="1204133" y="495300"/>
                  <a:pt x="11620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97BC62">
              <a:alpha val="1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6522839" y="60198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6527602" y="6210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Категории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7793682" y="5943600"/>
            <a:ext cx="1238250" cy="495300"/>
          </a:xfrm>
          <a:custGeom>
            <a:avLst/>
            <a:gdLst/>
            <a:ahLst/>
            <a:cxnLst/>
            <a:rect l="l" t="t" r="r" b="b"/>
            <a:pathLst>
              <a:path w="1238250" h="495300">
                <a:moveTo>
                  <a:pt x="76202" y="0"/>
                </a:moveTo>
                <a:lnTo>
                  <a:pt x="1162048" y="0"/>
                </a:lnTo>
                <a:cubicBezTo>
                  <a:pt x="1204133" y="0"/>
                  <a:pt x="1238250" y="34117"/>
                  <a:pt x="1238250" y="76202"/>
                </a:cubicBezTo>
                <a:lnTo>
                  <a:pt x="1238250" y="419098"/>
                </a:lnTo>
                <a:cubicBezTo>
                  <a:pt x="1238250" y="461183"/>
                  <a:pt x="1204133" y="495300"/>
                  <a:pt x="11620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D4A373">
              <a:alpha val="10196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836545" y="60198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products</a:t>
            </a:r>
            <a:endParaRPr lang="en-US" sz="1600" dirty="0"/>
          </a:p>
        </p:txBody>
      </p:sp>
      <p:sp>
        <p:nvSpPr>
          <p:cNvPr id="52" name="Text 49"/>
          <p:cNvSpPr/>
          <p:nvPr/>
        </p:nvSpPr>
        <p:spPr>
          <a:xfrm>
            <a:off x="7841307" y="6210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Товары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9107388" y="5943600"/>
            <a:ext cx="1238250" cy="495300"/>
          </a:xfrm>
          <a:custGeom>
            <a:avLst/>
            <a:gdLst/>
            <a:ahLst/>
            <a:cxnLst/>
            <a:rect l="l" t="t" r="r" b="b"/>
            <a:pathLst>
              <a:path w="1238250" h="495300">
                <a:moveTo>
                  <a:pt x="76202" y="0"/>
                </a:moveTo>
                <a:lnTo>
                  <a:pt x="1162048" y="0"/>
                </a:lnTo>
                <a:cubicBezTo>
                  <a:pt x="1204133" y="0"/>
                  <a:pt x="1238250" y="34117"/>
                  <a:pt x="1238250" y="76202"/>
                </a:cubicBezTo>
                <a:lnTo>
                  <a:pt x="1238250" y="419098"/>
                </a:lnTo>
                <a:cubicBezTo>
                  <a:pt x="1238250" y="461183"/>
                  <a:pt x="1204133" y="495300"/>
                  <a:pt x="11620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2C5F2D">
              <a:alpha val="10196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9150251" y="60198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shipments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9155013" y="6210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Отгрузки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10421094" y="5943600"/>
            <a:ext cx="1238250" cy="495300"/>
          </a:xfrm>
          <a:custGeom>
            <a:avLst/>
            <a:gdLst/>
            <a:ahLst/>
            <a:cxnLst/>
            <a:rect l="l" t="t" r="r" b="b"/>
            <a:pathLst>
              <a:path w="1238250" h="495300">
                <a:moveTo>
                  <a:pt x="76202" y="0"/>
                </a:moveTo>
                <a:lnTo>
                  <a:pt x="1162048" y="0"/>
                </a:lnTo>
                <a:cubicBezTo>
                  <a:pt x="1204133" y="0"/>
                  <a:pt x="1238250" y="34117"/>
                  <a:pt x="1238250" y="76202"/>
                </a:cubicBezTo>
                <a:lnTo>
                  <a:pt x="1238250" y="419098"/>
                </a:lnTo>
                <a:cubicBezTo>
                  <a:pt x="1238250" y="461183"/>
                  <a:pt x="1204133" y="495300"/>
                  <a:pt x="116204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97BC62">
              <a:alpha val="10196"/>
            </a:srgbClr>
          </a:solidFill>
          <a:ln/>
        </p:spPr>
      </p:sp>
      <p:sp>
        <p:nvSpPr>
          <p:cNvPr id="57" name="Text 54"/>
          <p:cNvSpPr/>
          <p:nvPr/>
        </p:nvSpPr>
        <p:spPr>
          <a:xfrm>
            <a:off x="10463957" y="601980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shipment_items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10468719" y="6210300"/>
            <a:ext cx="114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Позиции</a:t>
            </a:r>
            <a:endParaRPr lang="en-US" sz="16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8F01716-75DD-4EB2-9ABD-0CC6A2642B5A}"/>
              </a:ext>
            </a:extLst>
          </p:cNvPr>
          <p:cNvSpPr txBox="1"/>
          <p:nvPr/>
        </p:nvSpPr>
        <p:spPr>
          <a:xfrm>
            <a:off x="5166271" y="16010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7754280C-8F85-4064-9153-3237A1A12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5874" y="1637467"/>
            <a:ext cx="6486525" cy="422993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736" y="329736"/>
            <a:ext cx="1159847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b="1" kern="0" spc="52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UI/UX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9736" y="593525"/>
            <a:ext cx="11680909" cy="32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37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Демонстрация программы: Макеты экранов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6223" y="1055156"/>
            <a:ext cx="5671465" cy="1846523"/>
          </a:xfrm>
          <a:custGeom>
            <a:avLst/>
            <a:gdLst/>
            <a:ahLst/>
            <a:cxnLst/>
            <a:rect l="l" t="t" r="r" b="b"/>
            <a:pathLst>
              <a:path w="5671465" h="1846523">
                <a:moveTo>
                  <a:pt x="32974" y="0"/>
                </a:moveTo>
                <a:lnTo>
                  <a:pt x="5572546" y="0"/>
                </a:lnTo>
                <a:cubicBezTo>
                  <a:pt x="5627177" y="0"/>
                  <a:pt x="5671465" y="44287"/>
                  <a:pt x="5671465" y="98918"/>
                </a:cubicBezTo>
                <a:lnTo>
                  <a:pt x="5671465" y="1747605"/>
                </a:lnTo>
                <a:cubicBezTo>
                  <a:pt x="5671465" y="1802236"/>
                  <a:pt x="5627177" y="1846523"/>
                  <a:pt x="5572546" y="1846523"/>
                </a:cubicBez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6223" y="1055156"/>
            <a:ext cx="32974" cy="1846523"/>
          </a:xfrm>
          <a:custGeom>
            <a:avLst/>
            <a:gdLst/>
            <a:ahLst/>
            <a:cxnLst/>
            <a:rect l="l" t="t" r="r" b="b"/>
            <a:pathLst>
              <a:path w="32974" h="1846523">
                <a:moveTo>
                  <a:pt x="32974" y="0"/>
                </a:moveTo>
                <a:lnTo>
                  <a:pt x="32974" y="0"/>
                </a:lnTo>
                <a:lnTo>
                  <a:pt x="32974" y="1846523"/>
                </a:ln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27578" y="1236511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99273" y="1318945"/>
            <a:ext cx="13189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2183" y="1220024"/>
            <a:ext cx="873801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LoginForm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2183" y="1450840"/>
            <a:ext cx="85731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Авторизация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4065" y="1780576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735252" y="1747602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Поля: логин, пароль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4065" y="2044365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3" name="Text 11"/>
          <p:cNvSpPr/>
          <p:nvPr/>
        </p:nvSpPr>
        <p:spPr>
          <a:xfrm>
            <a:off x="735252" y="2011391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Кнопка «Войти»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4065" y="2308154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735252" y="2275181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Ссылка «Зарегистрироваться»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4065" y="2571943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7" name="Text 15"/>
          <p:cNvSpPr/>
          <p:nvPr/>
        </p:nvSpPr>
        <p:spPr>
          <a:xfrm>
            <a:off x="735252" y="2538970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Сообщение об ошибке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46223" y="3033574"/>
            <a:ext cx="5671465" cy="1846523"/>
          </a:xfrm>
          <a:custGeom>
            <a:avLst/>
            <a:gdLst/>
            <a:ahLst/>
            <a:cxnLst/>
            <a:rect l="l" t="t" r="r" b="b"/>
            <a:pathLst>
              <a:path w="5671465" h="1846523">
                <a:moveTo>
                  <a:pt x="32974" y="0"/>
                </a:moveTo>
                <a:lnTo>
                  <a:pt x="5572546" y="0"/>
                </a:lnTo>
                <a:cubicBezTo>
                  <a:pt x="5627177" y="0"/>
                  <a:pt x="5671465" y="44287"/>
                  <a:pt x="5671465" y="98918"/>
                </a:cubicBezTo>
                <a:lnTo>
                  <a:pt x="5671465" y="1747605"/>
                </a:lnTo>
                <a:cubicBezTo>
                  <a:pt x="5671465" y="1802236"/>
                  <a:pt x="5627177" y="1846523"/>
                  <a:pt x="5572546" y="1846523"/>
                </a:cubicBez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6223" y="3033574"/>
            <a:ext cx="32974" cy="1846523"/>
          </a:xfrm>
          <a:custGeom>
            <a:avLst/>
            <a:gdLst/>
            <a:ahLst/>
            <a:cxnLst/>
            <a:rect l="l" t="t" r="r" b="b"/>
            <a:pathLst>
              <a:path w="32974" h="1846523">
                <a:moveTo>
                  <a:pt x="32974" y="0"/>
                </a:moveTo>
                <a:lnTo>
                  <a:pt x="32974" y="0"/>
                </a:lnTo>
                <a:lnTo>
                  <a:pt x="32974" y="1846523"/>
                </a:ln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0" name="Shape 18"/>
          <p:cNvSpPr/>
          <p:nvPr/>
        </p:nvSpPr>
        <p:spPr>
          <a:xfrm>
            <a:off x="527578" y="3214929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1" name="Text 19"/>
          <p:cNvSpPr/>
          <p:nvPr/>
        </p:nvSpPr>
        <p:spPr>
          <a:xfrm>
            <a:off x="683430" y="3297363"/>
            <a:ext cx="164868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22183" y="3198442"/>
            <a:ext cx="1632195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RegisterForm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22183" y="3429258"/>
            <a:ext cx="1615708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Регистрация кладовщика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4065" y="3758994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5" name="Text 23"/>
          <p:cNvSpPr/>
          <p:nvPr/>
        </p:nvSpPr>
        <p:spPr>
          <a:xfrm>
            <a:off x="735252" y="3726020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Поля: логин, пароль, подтверждение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4065" y="4022783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7" name="Text 25"/>
          <p:cNvSpPr/>
          <p:nvPr/>
        </p:nvSpPr>
        <p:spPr>
          <a:xfrm>
            <a:off x="735252" y="3989809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Роль фиксирована: Кладовщик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44065" y="4286572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9" name="Text 27"/>
          <p:cNvSpPr/>
          <p:nvPr/>
        </p:nvSpPr>
        <p:spPr>
          <a:xfrm>
            <a:off x="735252" y="4253598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Валидация уникальности логина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4065" y="4550361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1" name="Text 29"/>
          <p:cNvSpPr/>
          <p:nvPr/>
        </p:nvSpPr>
        <p:spPr>
          <a:xfrm>
            <a:off x="735252" y="4517387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Кнопка «Назад»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46223" y="5011992"/>
            <a:ext cx="5671465" cy="1846523"/>
          </a:xfrm>
          <a:custGeom>
            <a:avLst/>
            <a:gdLst/>
            <a:ahLst/>
            <a:cxnLst/>
            <a:rect l="l" t="t" r="r" b="b"/>
            <a:pathLst>
              <a:path w="5671465" h="1846523">
                <a:moveTo>
                  <a:pt x="32974" y="0"/>
                </a:moveTo>
                <a:lnTo>
                  <a:pt x="5572546" y="0"/>
                </a:lnTo>
                <a:cubicBezTo>
                  <a:pt x="5627177" y="0"/>
                  <a:pt x="5671465" y="44287"/>
                  <a:pt x="5671465" y="98918"/>
                </a:cubicBezTo>
                <a:lnTo>
                  <a:pt x="5671465" y="1747605"/>
                </a:lnTo>
                <a:cubicBezTo>
                  <a:pt x="5671465" y="1802236"/>
                  <a:pt x="5627177" y="1846523"/>
                  <a:pt x="5572546" y="1846523"/>
                </a:cubicBez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46223" y="5011992"/>
            <a:ext cx="32974" cy="1846523"/>
          </a:xfrm>
          <a:custGeom>
            <a:avLst/>
            <a:gdLst/>
            <a:ahLst/>
            <a:cxnLst/>
            <a:rect l="l" t="t" r="r" b="b"/>
            <a:pathLst>
              <a:path w="32974" h="1846523">
                <a:moveTo>
                  <a:pt x="32974" y="0"/>
                </a:moveTo>
                <a:lnTo>
                  <a:pt x="32974" y="0"/>
                </a:lnTo>
                <a:lnTo>
                  <a:pt x="32974" y="1846523"/>
                </a:ln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4" name="Shape 32"/>
          <p:cNvSpPr/>
          <p:nvPr/>
        </p:nvSpPr>
        <p:spPr>
          <a:xfrm>
            <a:off x="527578" y="5193347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5" name="Text 33"/>
          <p:cNvSpPr/>
          <p:nvPr/>
        </p:nvSpPr>
        <p:spPr>
          <a:xfrm>
            <a:off x="681240" y="5275781"/>
            <a:ext cx="173112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22183" y="5176860"/>
            <a:ext cx="1640438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CatalogForm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2183" y="5407675"/>
            <a:ext cx="1623951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Главный экран — Каталог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44065" y="5737412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9" name="Text 37"/>
          <p:cNvSpPr/>
          <p:nvPr/>
        </p:nvSpPr>
        <p:spPr>
          <a:xfrm>
            <a:off x="735252" y="5704438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DataGridView с товарами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44065" y="6001201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1" name="Text 39"/>
          <p:cNvSpPr/>
          <p:nvPr/>
        </p:nvSpPr>
        <p:spPr>
          <a:xfrm>
            <a:off x="735252" y="5968227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Поиск и фильтр по категориям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4065" y="6264990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735252" y="6232016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Кнопки CRUD (только Админ)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44065" y="6528779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5" name="Text 43"/>
          <p:cNvSpPr/>
          <p:nvPr/>
        </p:nvSpPr>
        <p:spPr>
          <a:xfrm>
            <a:off x="735252" y="6495805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Меню по ролям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95307" y="1055156"/>
            <a:ext cx="5671465" cy="1846523"/>
          </a:xfrm>
          <a:custGeom>
            <a:avLst/>
            <a:gdLst/>
            <a:ahLst/>
            <a:cxnLst/>
            <a:rect l="l" t="t" r="r" b="b"/>
            <a:pathLst>
              <a:path w="5671465" h="1846523">
                <a:moveTo>
                  <a:pt x="32974" y="0"/>
                </a:moveTo>
                <a:lnTo>
                  <a:pt x="5572546" y="0"/>
                </a:lnTo>
                <a:cubicBezTo>
                  <a:pt x="5627177" y="0"/>
                  <a:pt x="5671465" y="44287"/>
                  <a:pt x="5671465" y="98918"/>
                </a:cubicBezTo>
                <a:lnTo>
                  <a:pt x="5671465" y="1747605"/>
                </a:lnTo>
                <a:cubicBezTo>
                  <a:pt x="5671465" y="1802236"/>
                  <a:pt x="5627177" y="1846523"/>
                  <a:pt x="5572546" y="1846523"/>
                </a:cubicBez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95307" y="1055156"/>
            <a:ext cx="32974" cy="1846523"/>
          </a:xfrm>
          <a:custGeom>
            <a:avLst/>
            <a:gdLst/>
            <a:ahLst/>
            <a:cxnLst/>
            <a:rect l="l" t="t" r="r" b="b"/>
            <a:pathLst>
              <a:path w="32974" h="1846523">
                <a:moveTo>
                  <a:pt x="32974" y="0"/>
                </a:moveTo>
                <a:lnTo>
                  <a:pt x="32974" y="0"/>
                </a:lnTo>
                <a:lnTo>
                  <a:pt x="32974" y="1846523"/>
                </a:ln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48" name="Shape 46"/>
          <p:cNvSpPr/>
          <p:nvPr/>
        </p:nvSpPr>
        <p:spPr>
          <a:xfrm>
            <a:off x="6376662" y="1236511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49" name="Text 47"/>
          <p:cNvSpPr/>
          <p:nvPr/>
        </p:nvSpPr>
        <p:spPr>
          <a:xfrm>
            <a:off x="6532514" y="1318945"/>
            <a:ext cx="164868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871267" y="1220024"/>
            <a:ext cx="1038669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ProductForm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71267" y="1450840"/>
            <a:ext cx="1022183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Форма товара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93149" y="1780576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3" name="Text 51"/>
          <p:cNvSpPr/>
          <p:nvPr/>
        </p:nvSpPr>
        <p:spPr>
          <a:xfrm>
            <a:off x="6584336" y="1747602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Поля: артикул, название, категория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93149" y="2044365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5" name="Text 53"/>
          <p:cNvSpPr/>
          <p:nvPr/>
        </p:nvSpPr>
        <p:spPr>
          <a:xfrm>
            <a:off x="6584336" y="2011391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Ед. изм., цена, срок годности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93149" y="2308154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7" name="Text 55"/>
          <p:cNvSpPr/>
          <p:nvPr/>
        </p:nvSpPr>
        <p:spPr>
          <a:xfrm>
            <a:off x="6584336" y="2275181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Остаток — ReadOnly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393149" y="2571943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9" name="Text 57"/>
          <p:cNvSpPr/>
          <p:nvPr/>
        </p:nvSpPr>
        <p:spPr>
          <a:xfrm>
            <a:off x="6584336" y="2538970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для Администратора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195307" y="3033574"/>
            <a:ext cx="5671465" cy="1846523"/>
          </a:xfrm>
          <a:custGeom>
            <a:avLst/>
            <a:gdLst/>
            <a:ahLst/>
            <a:cxnLst/>
            <a:rect l="l" t="t" r="r" b="b"/>
            <a:pathLst>
              <a:path w="5671465" h="1846523">
                <a:moveTo>
                  <a:pt x="32974" y="0"/>
                </a:moveTo>
                <a:lnTo>
                  <a:pt x="5572546" y="0"/>
                </a:lnTo>
                <a:cubicBezTo>
                  <a:pt x="5627177" y="0"/>
                  <a:pt x="5671465" y="44287"/>
                  <a:pt x="5671465" y="98918"/>
                </a:cubicBezTo>
                <a:lnTo>
                  <a:pt x="5671465" y="1747605"/>
                </a:lnTo>
                <a:cubicBezTo>
                  <a:pt x="5671465" y="1802236"/>
                  <a:pt x="5627177" y="1846523"/>
                  <a:pt x="5572546" y="1846523"/>
                </a:cubicBez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195307" y="3033574"/>
            <a:ext cx="32974" cy="1846523"/>
          </a:xfrm>
          <a:custGeom>
            <a:avLst/>
            <a:gdLst/>
            <a:ahLst/>
            <a:cxnLst/>
            <a:rect l="l" t="t" r="r" b="b"/>
            <a:pathLst>
              <a:path w="32974" h="1846523">
                <a:moveTo>
                  <a:pt x="32974" y="0"/>
                </a:moveTo>
                <a:lnTo>
                  <a:pt x="32974" y="0"/>
                </a:lnTo>
                <a:lnTo>
                  <a:pt x="32974" y="1846523"/>
                </a:ln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2" name="Shape 60"/>
          <p:cNvSpPr/>
          <p:nvPr/>
        </p:nvSpPr>
        <p:spPr>
          <a:xfrm>
            <a:off x="6376662" y="3214929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3" name="Text 61"/>
          <p:cNvSpPr/>
          <p:nvPr/>
        </p:nvSpPr>
        <p:spPr>
          <a:xfrm>
            <a:off x="6530067" y="3297363"/>
            <a:ext cx="173112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871267" y="3198442"/>
            <a:ext cx="1162320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ShipmentForm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871267" y="3429258"/>
            <a:ext cx="1145834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Новая отгрузка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393149" y="3758994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7" name="Text 65"/>
          <p:cNvSpPr/>
          <p:nvPr/>
        </p:nvSpPr>
        <p:spPr>
          <a:xfrm>
            <a:off x="6584336" y="3726020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Обязательное поле «Получатель»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93149" y="4022783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9" name="Text 67"/>
          <p:cNvSpPr/>
          <p:nvPr/>
        </p:nvSpPr>
        <p:spPr>
          <a:xfrm>
            <a:off x="6584336" y="3989809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Выбор товара и количества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393149" y="4286572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71" name="Text 69"/>
          <p:cNvSpPr/>
          <p:nvPr/>
        </p:nvSpPr>
        <p:spPr>
          <a:xfrm>
            <a:off x="6584336" y="4253598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Проверка остатков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393149" y="4550361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73" name="Text 71"/>
          <p:cNvSpPr/>
          <p:nvPr/>
        </p:nvSpPr>
        <p:spPr>
          <a:xfrm>
            <a:off x="6584336" y="4517387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для Кладовщика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195307" y="5011992"/>
            <a:ext cx="5671465" cy="1846523"/>
          </a:xfrm>
          <a:custGeom>
            <a:avLst/>
            <a:gdLst/>
            <a:ahLst/>
            <a:cxnLst/>
            <a:rect l="l" t="t" r="r" b="b"/>
            <a:pathLst>
              <a:path w="5671465" h="1846523">
                <a:moveTo>
                  <a:pt x="32974" y="0"/>
                </a:moveTo>
                <a:lnTo>
                  <a:pt x="5572546" y="0"/>
                </a:lnTo>
                <a:cubicBezTo>
                  <a:pt x="5627177" y="0"/>
                  <a:pt x="5671465" y="44287"/>
                  <a:pt x="5671465" y="98918"/>
                </a:cubicBezTo>
                <a:lnTo>
                  <a:pt x="5671465" y="1747605"/>
                </a:lnTo>
                <a:cubicBezTo>
                  <a:pt x="5671465" y="1802236"/>
                  <a:pt x="5627177" y="1846523"/>
                  <a:pt x="5572546" y="1846523"/>
                </a:cubicBez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63"/>
                  <a:pt x="14763" y="0"/>
                  <a:pt x="32974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3651" dist="82434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195307" y="5011992"/>
            <a:ext cx="32974" cy="1846523"/>
          </a:xfrm>
          <a:custGeom>
            <a:avLst/>
            <a:gdLst/>
            <a:ahLst/>
            <a:cxnLst/>
            <a:rect l="l" t="t" r="r" b="b"/>
            <a:pathLst>
              <a:path w="32974" h="1846523">
                <a:moveTo>
                  <a:pt x="32974" y="0"/>
                </a:moveTo>
                <a:lnTo>
                  <a:pt x="32974" y="0"/>
                </a:lnTo>
                <a:lnTo>
                  <a:pt x="32974" y="1846523"/>
                </a:lnTo>
                <a:lnTo>
                  <a:pt x="32974" y="1846523"/>
                </a:lnTo>
                <a:cubicBezTo>
                  <a:pt x="14763" y="1846523"/>
                  <a:pt x="0" y="1831761"/>
                  <a:pt x="0" y="1813550"/>
                </a:cubicBezTo>
                <a:lnTo>
                  <a:pt x="0" y="32974"/>
                </a:lnTo>
                <a:cubicBezTo>
                  <a:pt x="0" y="14775"/>
                  <a:pt x="14775" y="0"/>
                  <a:pt x="32974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6" name="Shape 74"/>
          <p:cNvSpPr/>
          <p:nvPr/>
        </p:nvSpPr>
        <p:spPr>
          <a:xfrm>
            <a:off x="6376662" y="5193347"/>
            <a:ext cx="395684" cy="395684"/>
          </a:xfrm>
          <a:custGeom>
            <a:avLst/>
            <a:gdLst/>
            <a:ahLst/>
            <a:cxnLst/>
            <a:rect l="l" t="t" r="r" b="b"/>
            <a:pathLst>
              <a:path w="395684" h="395684">
                <a:moveTo>
                  <a:pt x="197842" y="0"/>
                </a:moveTo>
                <a:lnTo>
                  <a:pt x="197842" y="0"/>
                </a:lnTo>
                <a:cubicBezTo>
                  <a:pt x="307034" y="0"/>
                  <a:pt x="395684" y="88650"/>
                  <a:pt x="395684" y="197842"/>
                </a:cubicBezTo>
                <a:lnTo>
                  <a:pt x="395684" y="197842"/>
                </a:lnTo>
                <a:cubicBezTo>
                  <a:pt x="395684" y="307034"/>
                  <a:pt x="307034" y="395684"/>
                  <a:pt x="197842" y="395684"/>
                </a:cubicBezTo>
                <a:lnTo>
                  <a:pt x="197842" y="395684"/>
                </a:lnTo>
                <a:cubicBezTo>
                  <a:pt x="88650" y="395684"/>
                  <a:pt x="0" y="307034"/>
                  <a:pt x="0" y="197842"/>
                </a:cubicBezTo>
                <a:lnTo>
                  <a:pt x="0" y="197842"/>
                </a:lnTo>
                <a:cubicBezTo>
                  <a:pt x="0" y="88650"/>
                  <a:pt x="88650" y="0"/>
                  <a:pt x="197842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7" name="Text 75"/>
          <p:cNvSpPr/>
          <p:nvPr/>
        </p:nvSpPr>
        <p:spPr>
          <a:xfrm>
            <a:off x="6529037" y="5275781"/>
            <a:ext cx="173112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871267" y="5176860"/>
            <a:ext cx="1137590" cy="230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98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HistoryForm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871267" y="5407675"/>
            <a:ext cx="1121103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История отгрузок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6393149" y="5737412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81" name="Text 79"/>
          <p:cNvSpPr/>
          <p:nvPr/>
        </p:nvSpPr>
        <p:spPr>
          <a:xfrm>
            <a:off x="6584336" y="5704438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Таблица накладных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6393149" y="6001201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83" name="Text 81"/>
          <p:cNvSpPr/>
          <p:nvPr/>
        </p:nvSpPr>
        <p:spPr>
          <a:xfrm>
            <a:off x="6584336" y="5968227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Детализация по позициям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6393149" y="6264990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85" name="Text 83"/>
          <p:cNvSpPr/>
          <p:nvPr/>
        </p:nvSpPr>
        <p:spPr>
          <a:xfrm>
            <a:off x="6584336" y="6232016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Информация о получателе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6393149" y="6528779"/>
            <a:ext cx="131895" cy="131895"/>
          </a:xfrm>
          <a:custGeom>
            <a:avLst/>
            <a:gdLst/>
            <a:ahLst/>
            <a:cxnLst/>
            <a:rect l="l" t="t" r="r" b="b"/>
            <a:pathLst>
              <a:path w="131895" h="131895">
                <a:moveTo>
                  <a:pt x="65947" y="131895"/>
                </a:moveTo>
                <a:cubicBezTo>
                  <a:pt x="102345" y="131895"/>
                  <a:pt x="131895" y="102345"/>
                  <a:pt x="131895" y="65947"/>
                </a:cubicBezTo>
                <a:cubicBezTo>
                  <a:pt x="131895" y="29550"/>
                  <a:pt x="102345" y="0"/>
                  <a:pt x="65947" y="0"/>
                </a:cubicBezTo>
                <a:cubicBezTo>
                  <a:pt x="29550" y="0"/>
                  <a:pt x="0" y="29550"/>
                  <a:pt x="0" y="65947"/>
                </a:cubicBezTo>
                <a:cubicBezTo>
                  <a:pt x="0" y="102345"/>
                  <a:pt x="29550" y="131895"/>
                  <a:pt x="65947" y="131895"/>
                </a:cubicBezTo>
                <a:close/>
                <a:moveTo>
                  <a:pt x="87689" y="54793"/>
                </a:moveTo>
                <a:lnTo>
                  <a:pt x="67081" y="87767"/>
                </a:lnTo>
                <a:cubicBezTo>
                  <a:pt x="65999" y="89492"/>
                  <a:pt x="64144" y="90574"/>
                  <a:pt x="62109" y="90677"/>
                </a:cubicBezTo>
                <a:cubicBezTo>
                  <a:pt x="60074" y="90781"/>
                  <a:pt x="58116" y="89853"/>
                  <a:pt x="56905" y="88204"/>
                </a:cubicBezTo>
                <a:lnTo>
                  <a:pt x="44540" y="71718"/>
                </a:lnTo>
                <a:cubicBezTo>
                  <a:pt x="42479" y="68987"/>
                  <a:pt x="43046" y="65123"/>
                  <a:pt x="45777" y="63062"/>
                </a:cubicBezTo>
                <a:cubicBezTo>
                  <a:pt x="48507" y="61001"/>
                  <a:pt x="52371" y="61568"/>
                  <a:pt x="54432" y="64299"/>
                </a:cubicBezTo>
                <a:lnTo>
                  <a:pt x="61388" y="73572"/>
                </a:lnTo>
                <a:lnTo>
                  <a:pt x="77205" y="48250"/>
                </a:lnTo>
                <a:cubicBezTo>
                  <a:pt x="79008" y="45365"/>
                  <a:pt x="82820" y="44463"/>
                  <a:pt x="85731" y="46292"/>
                </a:cubicBezTo>
                <a:cubicBezTo>
                  <a:pt x="88642" y="48121"/>
                  <a:pt x="89518" y="51908"/>
                  <a:pt x="87689" y="5481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87" name="Text 85"/>
          <p:cNvSpPr/>
          <p:nvPr/>
        </p:nvSpPr>
        <p:spPr>
          <a:xfrm>
            <a:off x="6584336" y="6495805"/>
            <a:ext cx="5183515" cy="197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39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Только для Администратора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9813" y="379813"/>
            <a:ext cx="1150833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STAKEHOLDER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9813" y="683664"/>
            <a:ext cx="11603290" cy="379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92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Взаимодействие с заказчиками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9813" y="1234393"/>
            <a:ext cx="5621234" cy="3969047"/>
          </a:xfrm>
          <a:custGeom>
            <a:avLst/>
            <a:gdLst/>
            <a:ahLst/>
            <a:cxnLst/>
            <a:rect l="l" t="t" r="r" b="b"/>
            <a:pathLst>
              <a:path w="5621234" h="3969047">
                <a:moveTo>
                  <a:pt x="37981" y="0"/>
                </a:moveTo>
                <a:lnTo>
                  <a:pt x="5583252" y="0"/>
                </a:lnTo>
                <a:cubicBezTo>
                  <a:pt x="5604229" y="0"/>
                  <a:pt x="5621234" y="17005"/>
                  <a:pt x="5621234" y="37981"/>
                </a:cubicBezTo>
                <a:lnTo>
                  <a:pt x="5621234" y="3855095"/>
                </a:lnTo>
                <a:cubicBezTo>
                  <a:pt x="5621234" y="3918029"/>
                  <a:pt x="5570216" y="3969047"/>
                  <a:pt x="5507282" y="3969047"/>
                </a:cubicBezTo>
                <a:lnTo>
                  <a:pt x="113951" y="3969047"/>
                </a:lnTo>
                <a:cubicBezTo>
                  <a:pt x="51018" y="3969047"/>
                  <a:pt x="0" y="3918029"/>
                  <a:pt x="0" y="3855095"/>
                </a:cubicBezTo>
                <a:lnTo>
                  <a:pt x="0" y="37981"/>
                </a:lnTo>
                <a:cubicBezTo>
                  <a:pt x="0" y="17005"/>
                  <a:pt x="17005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430" dist="949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9813" y="1234393"/>
            <a:ext cx="5621234" cy="37981"/>
          </a:xfrm>
          <a:custGeom>
            <a:avLst/>
            <a:gdLst/>
            <a:ahLst/>
            <a:cxnLst/>
            <a:rect l="l" t="t" r="r" b="b"/>
            <a:pathLst>
              <a:path w="5621234" h="37981">
                <a:moveTo>
                  <a:pt x="37981" y="0"/>
                </a:moveTo>
                <a:lnTo>
                  <a:pt x="5583252" y="0"/>
                </a:lnTo>
                <a:cubicBezTo>
                  <a:pt x="5604229" y="0"/>
                  <a:pt x="5621234" y="17005"/>
                  <a:pt x="5621234" y="37981"/>
                </a:cubicBezTo>
                <a:lnTo>
                  <a:pt x="5621234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69720" y="1443290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265869" y="0"/>
                </a:moveTo>
                <a:lnTo>
                  <a:pt x="265869" y="0"/>
                </a:lnTo>
                <a:cubicBezTo>
                  <a:pt x="412606" y="0"/>
                  <a:pt x="531738" y="119132"/>
                  <a:pt x="531738" y="265869"/>
                </a:cubicBezTo>
                <a:lnTo>
                  <a:pt x="531738" y="265869"/>
                </a:lnTo>
                <a:cubicBezTo>
                  <a:pt x="531738" y="412606"/>
                  <a:pt x="412606" y="531738"/>
                  <a:pt x="265869" y="531738"/>
                </a:cubicBezTo>
                <a:lnTo>
                  <a:pt x="265869" y="531738"/>
                </a:lnTo>
                <a:cubicBezTo>
                  <a:pt x="119132" y="531738"/>
                  <a:pt x="0" y="412606"/>
                  <a:pt x="0" y="265869"/>
                </a:cubicBezTo>
                <a:lnTo>
                  <a:pt x="0" y="265869"/>
                </a:lnTo>
                <a:cubicBezTo>
                  <a:pt x="0" y="119132"/>
                  <a:pt x="119132" y="0"/>
                  <a:pt x="265869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7" name="Shape 5"/>
          <p:cNvSpPr/>
          <p:nvPr/>
        </p:nvSpPr>
        <p:spPr>
          <a:xfrm>
            <a:off x="707402" y="1595215"/>
            <a:ext cx="256374" cy="227888"/>
          </a:xfrm>
          <a:custGeom>
            <a:avLst/>
            <a:gdLst/>
            <a:ahLst/>
            <a:cxnLst/>
            <a:rect l="l" t="t" r="r" b="b"/>
            <a:pathLst>
              <a:path w="256374" h="227888">
                <a:moveTo>
                  <a:pt x="170916" y="64093"/>
                </a:moveTo>
                <a:cubicBezTo>
                  <a:pt x="170916" y="107357"/>
                  <a:pt x="132638" y="142430"/>
                  <a:pt x="85458" y="142430"/>
                </a:cubicBezTo>
                <a:cubicBezTo>
                  <a:pt x="73574" y="142430"/>
                  <a:pt x="62269" y="140204"/>
                  <a:pt x="51987" y="136199"/>
                </a:cubicBezTo>
                <a:lnTo>
                  <a:pt x="15667" y="155427"/>
                </a:lnTo>
                <a:cubicBezTo>
                  <a:pt x="11528" y="157608"/>
                  <a:pt x="6454" y="156851"/>
                  <a:pt x="3116" y="153557"/>
                </a:cubicBezTo>
                <a:cubicBezTo>
                  <a:pt x="-223" y="150264"/>
                  <a:pt x="-979" y="145145"/>
                  <a:pt x="1246" y="141006"/>
                </a:cubicBezTo>
                <a:lnTo>
                  <a:pt x="17092" y="111095"/>
                </a:lnTo>
                <a:cubicBezTo>
                  <a:pt x="6365" y="98010"/>
                  <a:pt x="0" y="81719"/>
                  <a:pt x="0" y="64093"/>
                </a:cubicBezTo>
                <a:cubicBezTo>
                  <a:pt x="0" y="20830"/>
                  <a:pt x="38278" y="-14243"/>
                  <a:pt x="85458" y="-14243"/>
                </a:cubicBezTo>
                <a:cubicBezTo>
                  <a:pt x="132638" y="-14243"/>
                  <a:pt x="170916" y="20830"/>
                  <a:pt x="170916" y="64093"/>
                </a:cubicBezTo>
                <a:close/>
                <a:moveTo>
                  <a:pt x="170916" y="227888"/>
                </a:moveTo>
                <a:cubicBezTo>
                  <a:pt x="129033" y="227888"/>
                  <a:pt x="94182" y="200248"/>
                  <a:pt x="86882" y="163794"/>
                </a:cubicBezTo>
                <a:cubicBezTo>
                  <a:pt x="140293" y="163127"/>
                  <a:pt x="186717" y="125116"/>
                  <a:pt x="191835" y="73574"/>
                </a:cubicBezTo>
                <a:cubicBezTo>
                  <a:pt x="228912" y="82120"/>
                  <a:pt x="256374" y="112876"/>
                  <a:pt x="256374" y="149551"/>
                </a:cubicBezTo>
                <a:cubicBezTo>
                  <a:pt x="256374" y="167177"/>
                  <a:pt x="250009" y="183468"/>
                  <a:pt x="239282" y="196553"/>
                </a:cubicBezTo>
                <a:lnTo>
                  <a:pt x="255128" y="226464"/>
                </a:lnTo>
                <a:cubicBezTo>
                  <a:pt x="257309" y="230603"/>
                  <a:pt x="256552" y="235677"/>
                  <a:pt x="253258" y="239015"/>
                </a:cubicBezTo>
                <a:cubicBezTo>
                  <a:pt x="249964" y="242353"/>
                  <a:pt x="244846" y="243110"/>
                  <a:pt x="240707" y="240885"/>
                </a:cubicBezTo>
                <a:lnTo>
                  <a:pt x="204387" y="221657"/>
                </a:lnTo>
                <a:cubicBezTo>
                  <a:pt x="194105" y="225662"/>
                  <a:pt x="182800" y="227888"/>
                  <a:pt x="170916" y="227888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1215402" y="1557234"/>
            <a:ext cx="250676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Процесс согласования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9720" y="2088972"/>
            <a:ext cx="5241421" cy="645682"/>
          </a:xfrm>
          <a:custGeom>
            <a:avLst/>
            <a:gdLst/>
            <a:ahLst/>
            <a:cxnLst/>
            <a:rect l="l" t="t" r="r" b="b"/>
            <a:pathLst>
              <a:path w="5241421" h="645682">
                <a:moveTo>
                  <a:pt x="75965" y="0"/>
                </a:moveTo>
                <a:lnTo>
                  <a:pt x="5165456" y="0"/>
                </a:lnTo>
                <a:cubicBezTo>
                  <a:pt x="5207410" y="0"/>
                  <a:pt x="5241421" y="34010"/>
                  <a:pt x="5241421" y="75965"/>
                </a:cubicBezTo>
                <a:lnTo>
                  <a:pt x="5241421" y="569718"/>
                </a:lnTo>
                <a:cubicBezTo>
                  <a:pt x="5241421" y="611672"/>
                  <a:pt x="5207410" y="645682"/>
                  <a:pt x="5165456" y="645682"/>
                </a:cubicBezTo>
                <a:lnTo>
                  <a:pt x="75965" y="645682"/>
                </a:lnTo>
                <a:cubicBezTo>
                  <a:pt x="34010" y="645682"/>
                  <a:pt x="0" y="611672"/>
                  <a:pt x="0" y="569718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Shape 8"/>
          <p:cNvSpPr/>
          <p:nvPr/>
        </p:nvSpPr>
        <p:spPr>
          <a:xfrm>
            <a:off x="683664" y="2202916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189907" y="0"/>
                </a:moveTo>
                <a:lnTo>
                  <a:pt x="189907" y="0"/>
                </a:lnTo>
                <a:cubicBezTo>
                  <a:pt x="294719" y="0"/>
                  <a:pt x="379813" y="85094"/>
                  <a:pt x="379813" y="189907"/>
                </a:cubicBezTo>
                <a:lnTo>
                  <a:pt x="379813" y="189907"/>
                </a:lnTo>
                <a:cubicBezTo>
                  <a:pt x="379813" y="294719"/>
                  <a:pt x="294719" y="379813"/>
                  <a:pt x="189907" y="379813"/>
                </a:cubicBezTo>
                <a:lnTo>
                  <a:pt x="189907" y="379813"/>
                </a:lnTo>
                <a:cubicBezTo>
                  <a:pt x="85094" y="379813"/>
                  <a:pt x="0" y="294719"/>
                  <a:pt x="0" y="189907"/>
                </a:cubicBezTo>
                <a:lnTo>
                  <a:pt x="0" y="189907"/>
                </a:lnTo>
                <a:cubicBezTo>
                  <a:pt x="0" y="85094"/>
                  <a:pt x="85094" y="0"/>
                  <a:pt x="189907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849387" y="2278879"/>
            <a:ext cx="123439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7421" y="2202916"/>
            <a:ext cx="312396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Первичное представление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7421" y="2430804"/>
            <a:ext cx="3114467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Презентация концепции и базового функционала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9720" y="2848598"/>
            <a:ext cx="5241421" cy="645682"/>
          </a:xfrm>
          <a:custGeom>
            <a:avLst/>
            <a:gdLst/>
            <a:ahLst/>
            <a:cxnLst/>
            <a:rect l="l" t="t" r="r" b="b"/>
            <a:pathLst>
              <a:path w="5241421" h="645682">
                <a:moveTo>
                  <a:pt x="75965" y="0"/>
                </a:moveTo>
                <a:lnTo>
                  <a:pt x="5165456" y="0"/>
                </a:lnTo>
                <a:cubicBezTo>
                  <a:pt x="5207410" y="0"/>
                  <a:pt x="5241421" y="34010"/>
                  <a:pt x="5241421" y="75965"/>
                </a:cubicBezTo>
                <a:lnTo>
                  <a:pt x="5241421" y="569718"/>
                </a:lnTo>
                <a:cubicBezTo>
                  <a:pt x="5241421" y="611672"/>
                  <a:pt x="5207410" y="645682"/>
                  <a:pt x="5165456" y="645682"/>
                </a:cubicBezTo>
                <a:lnTo>
                  <a:pt x="75965" y="645682"/>
                </a:lnTo>
                <a:cubicBezTo>
                  <a:pt x="34010" y="645682"/>
                  <a:pt x="0" y="611672"/>
                  <a:pt x="0" y="569718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83664" y="2962542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189907" y="0"/>
                </a:moveTo>
                <a:lnTo>
                  <a:pt x="189907" y="0"/>
                </a:lnTo>
                <a:cubicBezTo>
                  <a:pt x="294719" y="0"/>
                  <a:pt x="379813" y="85094"/>
                  <a:pt x="379813" y="189907"/>
                </a:cubicBezTo>
                <a:lnTo>
                  <a:pt x="379813" y="189907"/>
                </a:lnTo>
                <a:cubicBezTo>
                  <a:pt x="379813" y="294719"/>
                  <a:pt x="294719" y="379813"/>
                  <a:pt x="189907" y="379813"/>
                </a:cubicBezTo>
                <a:lnTo>
                  <a:pt x="189907" y="379813"/>
                </a:lnTo>
                <a:cubicBezTo>
                  <a:pt x="85094" y="379813"/>
                  <a:pt x="0" y="294719"/>
                  <a:pt x="0" y="189907"/>
                </a:cubicBezTo>
                <a:lnTo>
                  <a:pt x="0" y="189907"/>
                </a:lnTo>
                <a:cubicBezTo>
                  <a:pt x="0" y="85094"/>
                  <a:pt x="85094" y="0"/>
                  <a:pt x="189907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" y="3038505"/>
            <a:ext cx="15192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7421" y="2962542"/>
            <a:ext cx="271566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Сбор обратной связи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7421" y="3190430"/>
            <a:ext cx="270616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Получение комментариев по ТЗ и макетам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9720" y="3608224"/>
            <a:ext cx="5241421" cy="645682"/>
          </a:xfrm>
          <a:custGeom>
            <a:avLst/>
            <a:gdLst/>
            <a:ahLst/>
            <a:cxnLst/>
            <a:rect l="l" t="t" r="r" b="b"/>
            <a:pathLst>
              <a:path w="5241421" h="645682">
                <a:moveTo>
                  <a:pt x="75965" y="0"/>
                </a:moveTo>
                <a:lnTo>
                  <a:pt x="5165456" y="0"/>
                </a:lnTo>
                <a:cubicBezTo>
                  <a:pt x="5207410" y="0"/>
                  <a:pt x="5241421" y="34010"/>
                  <a:pt x="5241421" y="75965"/>
                </a:cubicBezTo>
                <a:lnTo>
                  <a:pt x="5241421" y="569718"/>
                </a:lnTo>
                <a:cubicBezTo>
                  <a:pt x="5241421" y="611672"/>
                  <a:pt x="5207410" y="645682"/>
                  <a:pt x="5165456" y="645682"/>
                </a:cubicBezTo>
                <a:lnTo>
                  <a:pt x="75965" y="645682"/>
                </a:lnTo>
                <a:cubicBezTo>
                  <a:pt x="34010" y="645682"/>
                  <a:pt x="0" y="611672"/>
                  <a:pt x="0" y="569718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83664" y="3722168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189907" y="0"/>
                </a:moveTo>
                <a:lnTo>
                  <a:pt x="189907" y="0"/>
                </a:lnTo>
                <a:cubicBezTo>
                  <a:pt x="294719" y="0"/>
                  <a:pt x="379813" y="85094"/>
                  <a:pt x="379813" y="189907"/>
                </a:cubicBezTo>
                <a:lnTo>
                  <a:pt x="379813" y="189907"/>
                </a:lnTo>
                <a:cubicBezTo>
                  <a:pt x="379813" y="294719"/>
                  <a:pt x="294719" y="379813"/>
                  <a:pt x="189907" y="379813"/>
                </a:cubicBezTo>
                <a:lnTo>
                  <a:pt x="189907" y="379813"/>
                </a:lnTo>
                <a:cubicBezTo>
                  <a:pt x="85094" y="379813"/>
                  <a:pt x="0" y="294719"/>
                  <a:pt x="0" y="189907"/>
                </a:cubicBezTo>
                <a:lnTo>
                  <a:pt x="0" y="189907"/>
                </a:lnTo>
                <a:cubicBezTo>
                  <a:pt x="0" y="85094"/>
                  <a:pt x="85094" y="0"/>
                  <a:pt x="189907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1" name="Text 19"/>
          <p:cNvSpPr/>
          <p:nvPr/>
        </p:nvSpPr>
        <p:spPr>
          <a:xfrm>
            <a:off x="832918" y="3798131"/>
            <a:ext cx="16142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77421" y="3722168"/>
            <a:ext cx="271566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Внесение правок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77421" y="3950056"/>
            <a:ext cx="270616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Обновление документации по замечаниям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9720" y="4367850"/>
            <a:ext cx="5241421" cy="645682"/>
          </a:xfrm>
          <a:custGeom>
            <a:avLst/>
            <a:gdLst/>
            <a:ahLst/>
            <a:cxnLst/>
            <a:rect l="l" t="t" r="r" b="b"/>
            <a:pathLst>
              <a:path w="5241421" h="645682">
                <a:moveTo>
                  <a:pt x="75965" y="0"/>
                </a:moveTo>
                <a:lnTo>
                  <a:pt x="5165456" y="0"/>
                </a:lnTo>
                <a:cubicBezTo>
                  <a:pt x="5207410" y="0"/>
                  <a:pt x="5241421" y="34010"/>
                  <a:pt x="5241421" y="75965"/>
                </a:cubicBezTo>
                <a:lnTo>
                  <a:pt x="5241421" y="569718"/>
                </a:lnTo>
                <a:cubicBezTo>
                  <a:pt x="5241421" y="611672"/>
                  <a:pt x="5207410" y="645682"/>
                  <a:pt x="5165456" y="645682"/>
                </a:cubicBezTo>
                <a:lnTo>
                  <a:pt x="75965" y="645682"/>
                </a:lnTo>
                <a:cubicBezTo>
                  <a:pt x="34010" y="645682"/>
                  <a:pt x="0" y="611672"/>
                  <a:pt x="0" y="569718"/>
                </a:cubicBezTo>
                <a:lnTo>
                  <a:pt x="0" y="75965"/>
                </a:lnTo>
                <a:cubicBezTo>
                  <a:pt x="0" y="34039"/>
                  <a:pt x="34039" y="0"/>
                  <a:pt x="75965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83664" y="4481794"/>
            <a:ext cx="379813" cy="379813"/>
          </a:xfrm>
          <a:custGeom>
            <a:avLst/>
            <a:gdLst/>
            <a:ahLst/>
            <a:cxnLst/>
            <a:rect l="l" t="t" r="r" b="b"/>
            <a:pathLst>
              <a:path w="379813" h="379813">
                <a:moveTo>
                  <a:pt x="189907" y="0"/>
                </a:moveTo>
                <a:lnTo>
                  <a:pt x="189907" y="0"/>
                </a:lnTo>
                <a:cubicBezTo>
                  <a:pt x="294719" y="0"/>
                  <a:pt x="379813" y="85094"/>
                  <a:pt x="379813" y="189907"/>
                </a:cubicBezTo>
                <a:lnTo>
                  <a:pt x="379813" y="189907"/>
                </a:lnTo>
                <a:cubicBezTo>
                  <a:pt x="379813" y="294719"/>
                  <a:pt x="294719" y="379813"/>
                  <a:pt x="189907" y="379813"/>
                </a:cubicBezTo>
                <a:lnTo>
                  <a:pt x="189907" y="379813"/>
                </a:lnTo>
                <a:cubicBezTo>
                  <a:pt x="85094" y="379813"/>
                  <a:pt x="0" y="294719"/>
                  <a:pt x="0" y="189907"/>
                </a:cubicBezTo>
                <a:lnTo>
                  <a:pt x="0" y="189907"/>
                </a:lnTo>
                <a:cubicBezTo>
                  <a:pt x="0" y="85094"/>
                  <a:pt x="85094" y="0"/>
                  <a:pt x="189907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6" name="Text 24"/>
          <p:cNvSpPr/>
          <p:nvPr/>
        </p:nvSpPr>
        <p:spPr>
          <a:xfrm>
            <a:off x="834847" y="4557757"/>
            <a:ext cx="15192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77421" y="4481794"/>
            <a:ext cx="2402318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Утверждение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7421" y="4709682"/>
            <a:ext cx="2392822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Финальное согласование требований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9813" y="5355364"/>
            <a:ext cx="5621234" cy="1500262"/>
          </a:xfrm>
          <a:custGeom>
            <a:avLst/>
            <a:gdLst/>
            <a:ahLst/>
            <a:cxnLst/>
            <a:rect l="l" t="t" r="r" b="b"/>
            <a:pathLst>
              <a:path w="5621234" h="1500262">
                <a:moveTo>
                  <a:pt x="113945" y="0"/>
                </a:moveTo>
                <a:lnTo>
                  <a:pt x="5507289" y="0"/>
                </a:lnTo>
                <a:cubicBezTo>
                  <a:pt x="5570219" y="0"/>
                  <a:pt x="5621234" y="51015"/>
                  <a:pt x="5621234" y="113945"/>
                </a:cubicBezTo>
                <a:lnTo>
                  <a:pt x="5621234" y="1386317"/>
                </a:lnTo>
                <a:cubicBezTo>
                  <a:pt x="5621234" y="1449247"/>
                  <a:pt x="5570219" y="1500262"/>
                  <a:pt x="5507289" y="1500262"/>
                </a:cubicBezTo>
                <a:lnTo>
                  <a:pt x="113945" y="1500262"/>
                </a:lnTo>
                <a:cubicBezTo>
                  <a:pt x="51015" y="1500262"/>
                  <a:pt x="0" y="1449247"/>
                  <a:pt x="0" y="1386317"/>
                </a:cubicBezTo>
                <a:lnTo>
                  <a:pt x="0" y="113945"/>
                </a:lnTo>
                <a:cubicBezTo>
                  <a:pt x="0" y="51015"/>
                  <a:pt x="51015" y="0"/>
                  <a:pt x="113945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2700000" scaled="1"/>
          </a:gradFill>
          <a:ln/>
          <a:effectLst>
            <a:outerShdw blurRad="142430" dist="949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98206" y="5564262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213689" y="85458"/>
                </a:moveTo>
                <a:lnTo>
                  <a:pt x="217206" y="85458"/>
                </a:lnTo>
                <a:cubicBezTo>
                  <a:pt x="223125" y="85458"/>
                  <a:pt x="227888" y="80695"/>
                  <a:pt x="227888" y="74776"/>
                </a:cubicBezTo>
                <a:lnTo>
                  <a:pt x="227888" y="10682"/>
                </a:lnTo>
                <a:cubicBezTo>
                  <a:pt x="227888" y="6365"/>
                  <a:pt x="225306" y="2448"/>
                  <a:pt x="221300" y="801"/>
                </a:cubicBezTo>
                <a:cubicBezTo>
                  <a:pt x="217295" y="-846"/>
                  <a:pt x="212710" y="89"/>
                  <a:pt x="209639" y="3116"/>
                </a:cubicBezTo>
                <a:lnTo>
                  <a:pt x="186628" y="26171"/>
                </a:lnTo>
                <a:cubicBezTo>
                  <a:pt x="166910" y="9837"/>
                  <a:pt x="141540" y="0"/>
                  <a:pt x="113944" y="0"/>
                </a:cubicBezTo>
                <a:cubicBezTo>
                  <a:pt x="56527" y="0"/>
                  <a:pt x="9035" y="42462"/>
                  <a:pt x="1157" y="97698"/>
                </a:cubicBezTo>
                <a:cubicBezTo>
                  <a:pt x="45" y="105487"/>
                  <a:pt x="5430" y="112698"/>
                  <a:pt x="13219" y="113810"/>
                </a:cubicBezTo>
                <a:cubicBezTo>
                  <a:pt x="21008" y="114923"/>
                  <a:pt x="28219" y="109493"/>
                  <a:pt x="29332" y="101748"/>
                </a:cubicBezTo>
                <a:cubicBezTo>
                  <a:pt x="35251" y="60310"/>
                  <a:pt x="70903" y="28486"/>
                  <a:pt x="113944" y="28486"/>
                </a:cubicBezTo>
                <a:cubicBezTo>
                  <a:pt x="133706" y="28486"/>
                  <a:pt x="151866" y="35162"/>
                  <a:pt x="166331" y="46423"/>
                </a:cubicBezTo>
                <a:lnTo>
                  <a:pt x="145546" y="67209"/>
                </a:lnTo>
                <a:cubicBezTo>
                  <a:pt x="142474" y="70280"/>
                  <a:pt x="141584" y="74865"/>
                  <a:pt x="143231" y="78871"/>
                </a:cubicBezTo>
                <a:cubicBezTo>
                  <a:pt x="144878" y="82876"/>
                  <a:pt x="148795" y="85458"/>
                  <a:pt x="153112" y="85458"/>
                </a:cubicBezTo>
                <a:lnTo>
                  <a:pt x="213689" y="85458"/>
                </a:lnTo>
                <a:close/>
                <a:moveTo>
                  <a:pt x="226775" y="130190"/>
                </a:moveTo>
                <a:cubicBezTo>
                  <a:pt x="227888" y="122401"/>
                  <a:pt x="222458" y="115190"/>
                  <a:pt x="214713" y="114077"/>
                </a:cubicBezTo>
                <a:cubicBezTo>
                  <a:pt x="206968" y="112965"/>
                  <a:pt x="199713" y="118395"/>
                  <a:pt x="198601" y="126139"/>
                </a:cubicBezTo>
                <a:cubicBezTo>
                  <a:pt x="192681" y="167533"/>
                  <a:pt x="157029" y="199357"/>
                  <a:pt x="113988" y="199357"/>
                </a:cubicBezTo>
                <a:cubicBezTo>
                  <a:pt x="94226" y="199357"/>
                  <a:pt x="76066" y="192681"/>
                  <a:pt x="61601" y="181420"/>
                </a:cubicBezTo>
                <a:lnTo>
                  <a:pt x="82342" y="160679"/>
                </a:lnTo>
                <a:cubicBezTo>
                  <a:pt x="85413" y="157608"/>
                  <a:pt x="86304" y="153023"/>
                  <a:pt x="84657" y="149017"/>
                </a:cubicBezTo>
                <a:cubicBezTo>
                  <a:pt x="83010" y="145011"/>
                  <a:pt x="79093" y="142430"/>
                  <a:pt x="74776" y="142430"/>
                </a:cubicBezTo>
                <a:lnTo>
                  <a:pt x="10682" y="142430"/>
                </a:lnTo>
                <a:cubicBezTo>
                  <a:pt x="4763" y="142430"/>
                  <a:pt x="0" y="147192"/>
                  <a:pt x="0" y="153112"/>
                </a:cubicBezTo>
                <a:lnTo>
                  <a:pt x="0" y="217206"/>
                </a:lnTo>
                <a:cubicBezTo>
                  <a:pt x="0" y="221523"/>
                  <a:pt x="2582" y="225440"/>
                  <a:pt x="6587" y="227087"/>
                </a:cubicBezTo>
                <a:cubicBezTo>
                  <a:pt x="10593" y="228734"/>
                  <a:pt x="15178" y="227799"/>
                  <a:pt x="18249" y="224772"/>
                </a:cubicBezTo>
                <a:lnTo>
                  <a:pt x="41305" y="201716"/>
                </a:lnTo>
                <a:cubicBezTo>
                  <a:pt x="60978" y="218051"/>
                  <a:pt x="86348" y="227888"/>
                  <a:pt x="113944" y="227888"/>
                </a:cubicBezTo>
                <a:cubicBezTo>
                  <a:pt x="171361" y="227888"/>
                  <a:pt x="218852" y="185426"/>
                  <a:pt x="226731" y="13019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1" name="Text 29"/>
          <p:cNvSpPr/>
          <p:nvPr/>
        </p:nvSpPr>
        <p:spPr>
          <a:xfrm>
            <a:off x="968523" y="5545271"/>
            <a:ext cx="193704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Итеративный подход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9720" y="5925084"/>
            <a:ext cx="5317383" cy="740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96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Разработка велась по спринтам с регулярными проверками промежуточных результатов. Это позволило своевременно выявлять и исправлять несоответствия требованиям.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88728" y="1234393"/>
            <a:ext cx="5621234" cy="3798131"/>
          </a:xfrm>
          <a:custGeom>
            <a:avLst/>
            <a:gdLst/>
            <a:ahLst/>
            <a:cxnLst/>
            <a:rect l="l" t="t" r="r" b="b"/>
            <a:pathLst>
              <a:path w="5621234" h="3798131">
                <a:moveTo>
                  <a:pt x="37981" y="0"/>
                </a:moveTo>
                <a:lnTo>
                  <a:pt x="5583252" y="0"/>
                </a:lnTo>
                <a:cubicBezTo>
                  <a:pt x="5604229" y="0"/>
                  <a:pt x="5621234" y="17005"/>
                  <a:pt x="5621234" y="37981"/>
                </a:cubicBezTo>
                <a:lnTo>
                  <a:pt x="5621234" y="3684187"/>
                </a:lnTo>
                <a:cubicBezTo>
                  <a:pt x="5621234" y="3747116"/>
                  <a:pt x="5570219" y="3798131"/>
                  <a:pt x="5507290" y="3798131"/>
                </a:cubicBezTo>
                <a:lnTo>
                  <a:pt x="113944" y="3798131"/>
                </a:lnTo>
                <a:cubicBezTo>
                  <a:pt x="51014" y="3798131"/>
                  <a:pt x="0" y="3747116"/>
                  <a:pt x="0" y="3684187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430" dist="949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88728" y="1234393"/>
            <a:ext cx="5621234" cy="37981"/>
          </a:xfrm>
          <a:custGeom>
            <a:avLst/>
            <a:gdLst/>
            <a:ahLst/>
            <a:cxnLst/>
            <a:rect l="l" t="t" r="r" b="b"/>
            <a:pathLst>
              <a:path w="5621234" h="37981">
                <a:moveTo>
                  <a:pt x="37981" y="0"/>
                </a:moveTo>
                <a:lnTo>
                  <a:pt x="5583252" y="0"/>
                </a:lnTo>
                <a:cubicBezTo>
                  <a:pt x="5604229" y="0"/>
                  <a:pt x="5621234" y="17005"/>
                  <a:pt x="5621234" y="37981"/>
                </a:cubicBezTo>
                <a:lnTo>
                  <a:pt x="5621234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5" name="Shape 33"/>
          <p:cNvSpPr/>
          <p:nvPr/>
        </p:nvSpPr>
        <p:spPr>
          <a:xfrm>
            <a:off x="6378634" y="1443290"/>
            <a:ext cx="531738" cy="531738"/>
          </a:xfrm>
          <a:custGeom>
            <a:avLst/>
            <a:gdLst/>
            <a:ahLst/>
            <a:cxnLst/>
            <a:rect l="l" t="t" r="r" b="b"/>
            <a:pathLst>
              <a:path w="531738" h="531738">
                <a:moveTo>
                  <a:pt x="265869" y="0"/>
                </a:moveTo>
                <a:lnTo>
                  <a:pt x="265869" y="0"/>
                </a:lnTo>
                <a:cubicBezTo>
                  <a:pt x="412606" y="0"/>
                  <a:pt x="531738" y="119132"/>
                  <a:pt x="531738" y="265869"/>
                </a:cubicBezTo>
                <a:lnTo>
                  <a:pt x="531738" y="265869"/>
                </a:lnTo>
                <a:cubicBezTo>
                  <a:pt x="531738" y="412606"/>
                  <a:pt x="412606" y="531738"/>
                  <a:pt x="265869" y="531738"/>
                </a:cubicBezTo>
                <a:lnTo>
                  <a:pt x="265869" y="531738"/>
                </a:lnTo>
                <a:cubicBezTo>
                  <a:pt x="119132" y="531738"/>
                  <a:pt x="0" y="412606"/>
                  <a:pt x="0" y="265869"/>
                </a:cubicBezTo>
                <a:lnTo>
                  <a:pt x="0" y="265869"/>
                </a:lnTo>
                <a:cubicBezTo>
                  <a:pt x="0" y="119132"/>
                  <a:pt x="119132" y="0"/>
                  <a:pt x="265869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6" name="Shape 34"/>
          <p:cNvSpPr/>
          <p:nvPr/>
        </p:nvSpPr>
        <p:spPr>
          <a:xfrm>
            <a:off x="6530560" y="1595215"/>
            <a:ext cx="227888" cy="227888"/>
          </a:xfrm>
          <a:custGeom>
            <a:avLst/>
            <a:gdLst/>
            <a:ahLst/>
            <a:cxnLst/>
            <a:rect l="l" t="t" r="r" b="b"/>
            <a:pathLst>
              <a:path w="227888" h="227888">
                <a:moveTo>
                  <a:pt x="209906" y="9659"/>
                </a:moveTo>
                <a:cubicBezTo>
                  <a:pt x="200159" y="-89"/>
                  <a:pt x="184402" y="-89"/>
                  <a:pt x="174655" y="9659"/>
                </a:cubicBezTo>
                <a:lnTo>
                  <a:pt x="163794" y="20519"/>
                </a:lnTo>
                <a:lnTo>
                  <a:pt x="207369" y="64093"/>
                </a:lnTo>
                <a:lnTo>
                  <a:pt x="218229" y="53233"/>
                </a:lnTo>
                <a:cubicBezTo>
                  <a:pt x="227977" y="43486"/>
                  <a:pt x="227977" y="27729"/>
                  <a:pt x="218229" y="17982"/>
                </a:cubicBezTo>
                <a:lnTo>
                  <a:pt x="209906" y="9659"/>
                </a:lnTo>
                <a:close/>
                <a:moveTo>
                  <a:pt x="76734" y="107579"/>
                </a:moveTo>
                <a:cubicBezTo>
                  <a:pt x="74019" y="110294"/>
                  <a:pt x="71927" y="113632"/>
                  <a:pt x="70725" y="117327"/>
                </a:cubicBezTo>
                <a:lnTo>
                  <a:pt x="57551" y="156851"/>
                </a:lnTo>
                <a:cubicBezTo>
                  <a:pt x="56260" y="160679"/>
                  <a:pt x="57284" y="164907"/>
                  <a:pt x="60132" y="167800"/>
                </a:cubicBezTo>
                <a:cubicBezTo>
                  <a:pt x="62981" y="170693"/>
                  <a:pt x="67209" y="171673"/>
                  <a:pt x="71081" y="170382"/>
                </a:cubicBezTo>
                <a:lnTo>
                  <a:pt x="110606" y="157207"/>
                </a:lnTo>
                <a:cubicBezTo>
                  <a:pt x="114255" y="156005"/>
                  <a:pt x="117594" y="153913"/>
                  <a:pt x="120353" y="151198"/>
                </a:cubicBezTo>
                <a:lnTo>
                  <a:pt x="192280" y="79182"/>
                </a:lnTo>
                <a:lnTo>
                  <a:pt x="148706" y="35607"/>
                </a:lnTo>
                <a:lnTo>
                  <a:pt x="76734" y="107579"/>
                </a:lnTo>
                <a:close/>
                <a:moveTo>
                  <a:pt x="42729" y="28486"/>
                </a:moveTo>
                <a:cubicBezTo>
                  <a:pt x="19139" y="28486"/>
                  <a:pt x="0" y="47625"/>
                  <a:pt x="0" y="71215"/>
                </a:cubicBezTo>
                <a:lnTo>
                  <a:pt x="0" y="185159"/>
                </a:lnTo>
                <a:cubicBezTo>
                  <a:pt x="0" y="208749"/>
                  <a:pt x="19139" y="227888"/>
                  <a:pt x="42729" y="227888"/>
                </a:cubicBezTo>
                <a:lnTo>
                  <a:pt x="156673" y="227888"/>
                </a:lnTo>
                <a:cubicBezTo>
                  <a:pt x="180263" y="227888"/>
                  <a:pt x="199402" y="208749"/>
                  <a:pt x="199402" y="185159"/>
                </a:cubicBezTo>
                <a:lnTo>
                  <a:pt x="199402" y="142430"/>
                </a:lnTo>
                <a:cubicBezTo>
                  <a:pt x="199402" y="134552"/>
                  <a:pt x="193037" y="128187"/>
                  <a:pt x="185159" y="128187"/>
                </a:cubicBezTo>
                <a:cubicBezTo>
                  <a:pt x="177281" y="128187"/>
                  <a:pt x="170916" y="134552"/>
                  <a:pt x="170916" y="142430"/>
                </a:cubicBezTo>
                <a:lnTo>
                  <a:pt x="170916" y="185159"/>
                </a:lnTo>
                <a:cubicBezTo>
                  <a:pt x="170916" y="193037"/>
                  <a:pt x="164551" y="199402"/>
                  <a:pt x="156673" y="199402"/>
                </a:cubicBezTo>
                <a:lnTo>
                  <a:pt x="42729" y="199402"/>
                </a:lnTo>
                <a:cubicBezTo>
                  <a:pt x="34851" y="199402"/>
                  <a:pt x="28486" y="193037"/>
                  <a:pt x="28486" y="185159"/>
                </a:cubicBezTo>
                <a:lnTo>
                  <a:pt x="28486" y="71215"/>
                </a:lnTo>
                <a:cubicBezTo>
                  <a:pt x="28486" y="63337"/>
                  <a:pt x="34851" y="56972"/>
                  <a:pt x="42729" y="56972"/>
                </a:cubicBezTo>
                <a:lnTo>
                  <a:pt x="85458" y="56972"/>
                </a:lnTo>
                <a:cubicBezTo>
                  <a:pt x="93336" y="56972"/>
                  <a:pt x="99701" y="50607"/>
                  <a:pt x="99701" y="42729"/>
                </a:cubicBezTo>
                <a:cubicBezTo>
                  <a:pt x="99701" y="34851"/>
                  <a:pt x="93336" y="28486"/>
                  <a:pt x="85458" y="28486"/>
                </a:cubicBezTo>
                <a:lnTo>
                  <a:pt x="42729" y="2848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Text 35"/>
          <p:cNvSpPr/>
          <p:nvPr/>
        </p:nvSpPr>
        <p:spPr>
          <a:xfrm>
            <a:off x="7024317" y="1557234"/>
            <a:ext cx="1946542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4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Ключевые правки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97625" y="2088972"/>
            <a:ext cx="5222430" cy="1139439"/>
          </a:xfrm>
          <a:custGeom>
            <a:avLst/>
            <a:gdLst/>
            <a:ahLst/>
            <a:cxnLst/>
            <a:rect l="l" t="t" r="r" b="b"/>
            <a:pathLst>
              <a:path w="5222430" h="1139439">
                <a:moveTo>
                  <a:pt x="37981" y="0"/>
                </a:moveTo>
                <a:lnTo>
                  <a:pt x="5146463" y="0"/>
                </a:lnTo>
                <a:cubicBezTo>
                  <a:pt x="5188419" y="0"/>
                  <a:pt x="5222430" y="34011"/>
                  <a:pt x="5222430" y="75966"/>
                </a:cubicBezTo>
                <a:lnTo>
                  <a:pt x="5222430" y="1063473"/>
                </a:lnTo>
                <a:cubicBezTo>
                  <a:pt x="5222430" y="1105428"/>
                  <a:pt x="5188419" y="1139439"/>
                  <a:pt x="5146463" y="1139439"/>
                </a:cubicBezTo>
                <a:lnTo>
                  <a:pt x="37981" y="1139439"/>
                </a:lnTo>
                <a:cubicBezTo>
                  <a:pt x="17005" y="1139439"/>
                  <a:pt x="0" y="1122434"/>
                  <a:pt x="0" y="1101458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9" name="Shape 37"/>
          <p:cNvSpPr/>
          <p:nvPr/>
        </p:nvSpPr>
        <p:spPr>
          <a:xfrm>
            <a:off x="6397625" y="2088972"/>
            <a:ext cx="37981" cy="1139439"/>
          </a:xfrm>
          <a:custGeom>
            <a:avLst/>
            <a:gdLst/>
            <a:ahLst/>
            <a:cxnLst/>
            <a:rect l="l" t="t" r="r" b="b"/>
            <a:pathLst>
              <a:path w="37981" h="1139439">
                <a:moveTo>
                  <a:pt x="37981" y="0"/>
                </a:moveTo>
                <a:lnTo>
                  <a:pt x="37981" y="0"/>
                </a:lnTo>
                <a:lnTo>
                  <a:pt x="37981" y="1139439"/>
                </a:lnTo>
                <a:lnTo>
                  <a:pt x="37981" y="1139439"/>
                </a:lnTo>
                <a:cubicBezTo>
                  <a:pt x="17005" y="1139439"/>
                  <a:pt x="0" y="1122434"/>
                  <a:pt x="0" y="1101458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0" name="Shape 38"/>
          <p:cNvSpPr/>
          <p:nvPr/>
        </p:nvSpPr>
        <p:spPr>
          <a:xfrm>
            <a:off x="6559046" y="2240897"/>
            <a:ext cx="132935" cy="151925"/>
          </a:xfrm>
          <a:custGeom>
            <a:avLst/>
            <a:gdLst/>
            <a:ahLst/>
            <a:cxnLst/>
            <a:rect l="l" t="t" r="r" b="b"/>
            <a:pathLst>
              <a:path w="132935" h="151925">
                <a:moveTo>
                  <a:pt x="37981" y="0"/>
                </a:moveTo>
                <a:cubicBezTo>
                  <a:pt x="43233" y="0"/>
                  <a:pt x="47477" y="4243"/>
                  <a:pt x="47477" y="9495"/>
                </a:cubicBezTo>
                <a:lnTo>
                  <a:pt x="47477" y="18991"/>
                </a:lnTo>
                <a:lnTo>
                  <a:pt x="85458" y="18991"/>
                </a:lnTo>
                <a:lnTo>
                  <a:pt x="85458" y="9495"/>
                </a:lnTo>
                <a:cubicBezTo>
                  <a:pt x="85458" y="4243"/>
                  <a:pt x="89701" y="0"/>
                  <a:pt x="94953" y="0"/>
                </a:cubicBezTo>
                <a:cubicBezTo>
                  <a:pt x="100205" y="0"/>
                  <a:pt x="104449" y="4243"/>
                  <a:pt x="104449" y="9495"/>
                </a:cubicBezTo>
                <a:lnTo>
                  <a:pt x="104449" y="18991"/>
                </a:lnTo>
                <a:lnTo>
                  <a:pt x="113944" y="18991"/>
                </a:lnTo>
                <a:cubicBezTo>
                  <a:pt x="124418" y="18991"/>
                  <a:pt x="132935" y="27507"/>
                  <a:pt x="132935" y="37981"/>
                </a:cubicBezTo>
                <a:lnTo>
                  <a:pt x="132935" y="123439"/>
                </a:lnTo>
                <a:cubicBezTo>
                  <a:pt x="132935" y="133914"/>
                  <a:pt x="124418" y="142430"/>
                  <a:pt x="113944" y="142430"/>
                </a:cubicBezTo>
                <a:lnTo>
                  <a:pt x="18991" y="142430"/>
                </a:lnTo>
                <a:cubicBezTo>
                  <a:pt x="8516" y="142430"/>
                  <a:pt x="0" y="133914"/>
                  <a:pt x="0" y="123439"/>
                </a:cubicBezTo>
                <a:lnTo>
                  <a:pt x="0" y="37981"/>
                </a:lnTo>
                <a:cubicBezTo>
                  <a:pt x="0" y="27507"/>
                  <a:pt x="8516" y="18991"/>
                  <a:pt x="18991" y="18991"/>
                </a:cubicBezTo>
                <a:lnTo>
                  <a:pt x="28486" y="18991"/>
                </a:lnTo>
                <a:lnTo>
                  <a:pt x="28486" y="9495"/>
                </a:lnTo>
                <a:cubicBezTo>
                  <a:pt x="28486" y="4243"/>
                  <a:pt x="32729" y="0"/>
                  <a:pt x="37981" y="0"/>
                </a:cubicBezTo>
                <a:close/>
                <a:moveTo>
                  <a:pt x="18991" y="71215"/>
                </a:moveTo>
                <a:lnTo>
                  <a:pt x="18991" y="80710"/>
                </a:lnTo>
                <a:cubicBezTo>
                  <a:pt x="18991" y="83321"/>
                  <a:pt x="21127" y="85458"/>
                  <a:pt x="23738" y="85458"/>
                </a:cubicBezTo>
                <a:lnTo>
                  <a:pt x="33234" y="85458"/>
                </a:lnTo>
                <a:cubicBezTo>
                  <a:pt x="35845" y="85458"/>
                  <a:pt x="37981" y="83321"/>
                  <a:pt x="37981" y="80710"/>
                </a:cubicBezTo>
                <a:lnTo>
                  <a:pt x="37981" y="71215"/>
                </a:lnTo>
                <a:cubicBezTo>
                  <a:pt x="37981" y="68604"/>
                  <a:pt x="35845" y="66467"/>
                  <a:pt x="33234" y="66467"/>
                </a:cubicBezTo>
                <a:lnTo>
                  <a:pt x="23738" y="66467"/>
                </a:lnTo>
                <a:cubicBezTo>
                  <a:pt x="21127" y="66467"/>
                  <a:pt x="18991" y="68604"/>
                  <a:pt x="18991" y="71215"/>
                </a:cubicBezTo>
                <a:close/>
                <a:moveTo>
                  <a:pt x="56972" y="71215"/>
                </a:moveTo>
                <a:lnTo>
                  <a:pt x="56972" y="80710"/>
                </a:lnTo>
                <a:cubicBezTo>
                  <a:pt x="56972" y="83321"/>
                  <a:pt x="59108" y="85458"/>
                  <a:pt x="61720" y="85458"/>
                </a:cubicBezTo>
                <a:lnTo>
                  <a:pt x="71215" y="85458"/>
                </a:lnTo>
                <a:cubicBezTo>
                  <a:pt x="73826" y="85458"/>
                  <a:pt x="75963" y="83321"/>
                  <a:pt x="75963" y="80710"/>
                </a:cubicBezTo>
                <a:lnTo>
                  <a:pt x="75963" y="71215"/>
                </a:lnTo>
                <a:cubicBezTo>
                  <a:pt x="75963" y="68604"/>
                  <a:pt x="73826" y="66467"/>
                  <a:pt x="71215" y="66467"/>
                </a:cubicBezTo>
                <a:lnTo>
                  <a:pt x="61720" y="66467"/>
                </a:lnTo>
                <a:cubicBezTo>
                  <a:pt x="59108" y="66467"/>
                  <a:pt x="56972" y="68604"/>
                  <a:pt x="56972" y="71215"/>
                </a:cubicBezTo>
                <a:close/>
                <a:moveTo>
                  <a:pt x="99701" y="66467"/>
                </a:moveTo>
                <a:cubicBezTo>
                  <a:pt x="97090" y="66467"/>
                  <a:pt x="94953" y="68604"/>
                  <a:pt x="94953" y="71215"/>
                </a:cubicBezTo>
                <a:lnTo>
                  <a:pt x="94953" y="80710"/>
                </a:lnTo>
                <a:cubicBezTo>
                  <a:pt x="94953" y="83321"/>
                  <a:pt x="97090" y="85458"/>
                  <a:pt x="99701" y="85458"/>
                </a:cubicBezTo>
                <a:lnTo>
                  <a:pt x="109196" y="85458"/>
                </a:lnTo>
                <a:cubicBezTo>
                  <a:pt x="111807" y="85458"/>
                  <a:pt x="113944" y="83321"/>
                  <a:pt x="113944" y="80710"/>
                </a:cubicBezTo>
                <a:lnTo>
                  <a:pt x="113944" y="71215"/>
                </a:lnTo>
                <a:cubicBezTo>
                  <a:pt x="113944" y="68604"/>
                  <a:pt x="111807" y="66467"/>
                  <a:pt x="109196" y="66467"/>
                </a:cubicBezTo>
                <a:lnTo>
                  <a:pt x="99701" y="66467"/>
                </a:lnTo>
                <a:close/>
                <a:moveTo>
                  <a:pt x="18991" y="109196"/>
                </a:moveTo>
                <a:lnTo>
                  <a:pt x="18991" y="118692"/>
                </a:lnTo>
                <a:cubicBezTo>
                  <a:pt x="18991" y="121303"/>
                  <a:pt x="21127" y="123439"/>
                  <a:pt x="23738" y="123439"/>
                </a:cubicBezTo>
                <a:lnTo>
                  <a:pt x="33234" y="123439"/>
                </a:lnTo>
                <a:cubicBezTo>
                  <a:pt x="35845" y="123439"/>
                  <a:pt x="37981" y="121303"/>
                  <a:pt x="37981" y="118692"/>
                </a:cubicBezTo>
                <a:lnTo>
                  <a:pt x="37981" y="109196"/>
                </a:lnTo>
                <a:cubicBezTo>
                  <a:pt x="37981" y="106585"/>
                  <a:pt x="35845" y="104449"/>
                  <a:pt x="33234" y="104449"/>
                </a:cubicBezTo>
                <a:lnTo>
                  <a:pt x="23738" y="104449"/>
                </a:lnTo>
                <a:cubicBezTo>
                  <a:pt x="21127" y="104449"/>
                  <a:pt x="18991" y="106585"/>
                  <a:pt x="18991" y="109196"/>
                </a:cubicBezTo>
                <a:close/>
                <a:moveTo>
                  <a:pt x="61720" y="104449"/>
                </a:moveTo>
                <a:cubicBezTo>
                  <a:pt x="59108" y="104449"/>
                  <a:pt x="56972" y="106585"/>
                  <a:pt x="56972" y="109196"/>
                </a:cubicBezTo>
                <a:lnTo>
                  <a:pt x="56972" y="118692"/>
                </a:lnTo>
                <a:cubicBezTo>
                  <a:pt x="56972" y="121303"/>
                  <a:pt x="59108" y="123439"/>
                  <a:pt x="61720" y="123439"/>
                </a:cubicBezTo>
                <a:lnTo>
                  <a:pt x="71215" y="123439"/>
                </a:lnTo>
                <a:cubicBezTo>
                  <a:pt x="73826" y="123439"/>
                  <a:pt x="75963" y="121303"/>
                  <a:pt x="75963" y="118692"/>
                </a:cubicBezTo>
                <a:lnTo>
                  <a:pt x="75963" y="109196"/>
                </a:lnTo>
                <a:cubicBezTo>
                  <a:pt x="75963" y="106585"/>
                  <a:pt x="73826" y="104449"/>
                  <a:pt x="71215" y="104449"/>
                </a:cubicBezTo>
                <a:lnTo>
                  <a:pt x="61720" y="104449"/>
                </a:lnTo>
                <a:close/>
                <a:moveTo>
                  <a:pt x="94953" y="109196"/>
                </a:moveTo>
                <a:lnTo>
                  <a:pt x="94953" y="118692"/>
                </a:lnTo>
                <a:cubicBezTo>
                  <a:pt x="94953" y="121303"/>
                  <a:pt x="97090" y="123439"/>
                  <a:pt x="99701" y="123439"/>
                </a:cubicBezTo>
                <a:lnTo>
                  <a:pt x="109196" y="123439"/>
                </a:lnTo>
                <a:cubicBezTo>
                  <a:pt x="111807" y="123439"/>
                  <a:pt x="113944" y="121303"/>
                  <a:pt x="113944" y="118692"/>
                </a:cubicBezTo>
                <a:lnTo>
                  <a:pt x="113944" y="109196"/>
                </a:lnTo>
                <a:cubicBezTo>
                  <a:pt x="113944" y="106585"/>
                  <a:pt x="111807" y="104449"/>
                  <a:pt x="109196" y="104449"/>
                </a:cubicBezTo>
                <a:lnTo>
                  <a:pt x="99701" y="104449"/>
                </a:lnTo>
                <a:cubicBezTo>
                  <a:pt x="97090" y="104449"/>
                  <a:pt x="94953" y="106585"/>
                  <a:pt x="94953" y="10919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1" name="Text 39"/>
          <p:cNvSpPr/>
          <p:nvPr/>
        </p:nvSpPr>
        <p:spPr>
          <a:xfrm>
            <a:off x="6796429" y="2202916"/>
            <a:ext cx="1965533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09.03 — Первая итерация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82784" y="2506766"/>
            <a:ext cx="66467" cy="132935"/>
          </a:xfrm>
          <a:custGeom>
            <a:avLst/>
            <a:gdLst/>
            <a:ahLst/>
            <a:cxnLst/>
            <a:rect l="l" t="t" r="r" b="b"/>
            <a:pathLst>
              <a:path w="66467" h="132935">
                <a:moveTo>
                  <a:pt x="64157" y="60599"/>
                </a:moveTo>
                <a:cubicBezTo>
                  <a:pt x="67402" y="63845"/>
                  <a:pt x="67402" y="69116"/>
                  <a:pt x="64157" y="72361"/>
                </a:cubicBezTo>
                <a:lnTo>
                  <a:pt x="22614" y="113903"/>
                </a:lnTo>
                <a:cubicBezTo>
                  <a:pt x="19369" y="117149"/>
                  <a:pt x="14098" y="117149"/>
                  <a:pt x="10853" y="113903"/>
                </a:cubicBezTo>
                <a:cubicBezTo>
                  <a:pt x="7607" y="110658"/>
                  <a:pt x="7607" y="105387"/>
                  <a:pt x="10853" y="102142"/>
                </a:cubicBezTo>
                <a:lnTo>
                  <a:pt x="46527" y="66467"/>
                </a:lnTo>
                <a:lnTo>
                  <a:pt x="10879" y="30793"/>
                </a:lnTo>
                <a:cubicBezTo>
                  <a:pt x="7633" y="27548"/>
                  <a:pt x="7633" y="22277"/>
                  <a:pt x="10879" y="19031"/>
                </a:cubicBezTo>
                <a:cubicBezTo>
                  <a:pt x="14124" y="15786"/>
                  <a:pt x="19395" y="15786"/>
                  <a:pt x="22640" y="19031"/>
                </a:cubicBezTo>
                <a:lnTo>
                  <a:pt x="64182" y="60574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3" name="Text 41"/>
          <p:cNvSpPr/>
          <p:nvPr/>
        </p:nvSpPr>
        <p:spPr>
          <a:xfrm>
            <a:off x="6772690" y="2468785"/>
            <a:ext cx="2364336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История только для Администратора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582784" y="2734654"/>
            <a:ext cx="66467" cy="132935"/>
          </a:xfrm>
          <a:custGeom>
            <a:avLst/>
            <a:gdLst/>
            <a:ahLst/>
            <a:cxnLst/>
            <a:rect l="l" t="t" r="r" b="b"/>
            <a:pathLst>
              <a:path w="66467" h="132935">
                <a:moveTo>
                  <a:pt x="64157" y="60599"/>
                </a:moveTo>
                <a:cubicBezTo>
                  <a:pt x="67402" y="63845"/>
                  <a:pt x="67402" y="69116"/>
                  <a:pt x="64157" y="72361"/>
                </a:cubicBezTo>
                <a:lnTo>
                  <a:pt x="22614" y="113903"/>
                </a:lnTo>
                <a:cubicBezTo>
                  <a:pt x="19369" y="117149"/>
                  <a:pt x="14098" y="117149"/>
                  <a:pt x="10853" y="113903"/>
                </a:cubicBezTo>
                <a:cubicBezTo>
                  <a:pt x="7607" y="110658"/>
                  <a:pt x="7607" y="105387"/>
                  <a:pt x="10853" y="102142"/>
                </a:cubicBezTo>
                <a:lnTo>
                  <a:pt x="46527" y="66467"/>
                </a:lnTo>
                <a:lnTo>
                  <a:pt x="10879" y="30793"/>
                </a:lnTo>
                <a:cubicBezTo>
                  <a:pt x="7633" y="27548"/>
                  <a:pt x="7633" y="22277"/>
                  <a:pt x="10879" y="19031"/>
                </a:cubicBezTo>
                <a:cubicBezTo>
                  <a:pt x="14124" y="15786"/>
                  <a:pt x="19395" y="15786"/>
                  <a:pt x="22640" y="19031"/>
                </a:cubicBezTo>
                <a:lnTo>
                  <a:pt x="64182" y="60574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5" name="Text 43"/>
          <p:cNvSpPr/>
          <p:nvPr/>
        </p:nvSpPr>
        <p:spPr>
          <a:xfrm>
            <a:off x="6772690" y="2696673"/>
            <a:ext cx="2041495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Остаток ReadOnly в ProductForm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582784" y="2962542"/>
            <a:ext cx="66467" cy="132935"/>
          </a:xfrm>
          <a:custGeom>
            <a:avLst/>
            <a:gdLst/>
            <a:ahLst/>
            <a:cxnLst/>
            <a:rect l="l" t="t" r="r" b="b"/>
            <a:pathLst>
              <a:path w="66467" h="132935">
                <a:moveTo>
                  <a:pt x="64157" y="60599"/>
                </a:moveTo>
                <a:cubicBezTo>
                  <a:pt x="67402" y="63845"/>
                  <a:pt x="67402" y="69116"/>
                  <a:pt x="64157" y="72361"/>
                </a:cubicBezTo>
                <a:lnTo>
                  <a:pt x="22614" y="113903"/>
                </a:lnTo>
                <a:cubicBezTo>
                  <a:pt x="19369" y="117149"/>
                  <a:pt x="14098" y="117149"/>
                  <a:pt x="10853" y="113903"/>
                </a:cubicBezTo>
                <a:cubicBezTo>
                  <a:pt x="7607" y="110658"/>
                  <a:pt x="7607" y="105387"/>
                  <a:pt x="10853" y="102142"/>
                </a:cubicBezTo>
                <a:lnTo>
                  <a:pt x="46527" y="66467"/>
                </a:lnTo>
                <a:lnTo>
                  <a:pt x="10879" y="30793"/>
                </a:lnTo>
                <a:cubicBezTo>
                  <a:pt x="7633" y="27548"/>
                  <a:pt x="7633" y="22277"/>
                  <a:pt x="10879" y="19031"/>
                </a:cubicBezTo>
                <a:cubicBezTo>
                  <a:pt x="14124" y="15786"/>
                  <a:pt x="19395" y="15786"/>
                  <a:pt x="22640" y="19031"/>
                </a:cubicBezTo>
                <a:lnTo>
                  <a:pt x="64182" y="60574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7" name="Text 45"/>
          <p:cNvSpPr/>
          <p:nvPr/>
        </p:nvSpPr>
        <p:spPr>
          <a:xfrm>
            <a:off x="6772690" y="2924561"/>
            <a:ext cx="1718654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Категории фиксированные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97625" y="3342355"/>
            <a:ext cx="5222430" cy="1139439"/>
          </a:xfrm>
          <a:custGeom>
            <a:avLst/>
            <a:gdLst/>
            <a:ahLst/>
            <a:cxnLst/>
            <a:rect l="l" t="t" r="r" b="b"/>
            <a:pathLst>
              <a:path w="5222430" h="1139439">
                <a:moveTo>
                  <a:pt x="37981" y="0"/>
                </a:moveTo>
                <a:lnTo>
                  <a:pt x="5146463" y="0"/>
                </a:lnTo>
                <a:cubicBezTo>
                  <a:pt x="5188419" y="0"/>
                  <a:pt x="5222430" y="34011"/>
                  <a:pt x="5222430" y="75966"/>
                </a:cubicBezTo>
                <a:lnTo>
                  <a:pt x="5222430" y="1063473"/>
                </a:lnTo>
                <a:cubicBezTo>
                  <a:pt x="5222430" y="1105428"/>
                  <a:pt x="5188419" y="1139439"/>
                  <a:pt x="5146463" y="1139439"/>
                </a:cubicBezTo>
                <a:lnTo>
                  <a:pt x="37981" y="1139439"/>
                </a:lnTo>
                <a:cubicBezTo>
                  <a:pt x="17005" y="1139439"/>
                  <a:pt x="0" y="1122434"/>
                  <a:pt x="0" y="1101458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9" name="Shape 47"/>
          <p:cNvSpPr/>
          <p:nvPr/>
        </p:nvSpPr>
        <p:spPr>
          <a:xfrm>
            <a:off x="6397625" y="3342355"/>
            <a:ext cx="37981" cy="1139439"/>
          </a:xfrm>
          <a:custGeom>
            <a:avLst/>
            <a:gdLst/>
            <a:ahLst/>
            <a:cxnLst/>
            <a:rect l="l" t="t" r="r" b="b"/>
            <a:pathLst>
              <a:path w="37981" h="1139439">
                <a:moveTo>
                  <a:pt x="37981" y="0"/>
                </a:moveTo>
                <a:lnTo>
                  <a:pt x="37981" y="0"/>
                </a:lnTo>
                <a:lnTo>
                  <a:pt x="37981" y="1139439"/>
                </a:lnTo>
                <a:lnTo>
                  <a:pt x="37981" y="1139439"/>
                </a:lnTo>
                <a:cubicBezTo>
                  <a:pt x="17005" y="1139439"/>
                  <a:pt x="0" y="1122434"/>
                  <a:pt x="0" y="1101458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0" name="Shape 48"/>
          <p:cNvSpPr/>
          <p:nvPr/>
        </p:nvSpPr>
        <p:spPr>
          <a:xfrm>
            <a:off x="6559046" y="3494280"/>
            <a:ext cx="132935" cy="151925"/>
          </a:xfrm>
          <a:custGeom>
            <a:avLst/>
            <a:gdLst/>
            <a:ahLst/>
            <a:cxnLst/>
            <a:rect l="l" t="t" r="r" b="b"/>
            <a:pathLst>
              <a:path w="132935" h="151925">
                <a:moveTo>
                  <a:pt x="37981" y="0"/>
                </a:moveTo>
                <a:cubicBezTo>
                  <a:pt x="43233" y="0"/>
                  <a:pt x="47477" y="4243"/>
                  <a:pt x="47477" y="9495"/>
                </a:cubicBezTo>
                <a:lnTo>
                  <a:pt x="47477" y="18991"/>
                </a:lnTo>
                <a:lnTo>
                  <a:pt x="85458" y="18991"/>
                </a:lnTo>
                <a:lnTo>
                  <a:pt x="85458" y="9495"/>
                </a:lnTo>
                <a:cubicBezTo>
                  <a:pt x="85458" y="4243"/>
                  <a:pt x="89701" y="0"/>
                  <a:pt x="94953" y="0"/>
                </a:cubicBezTo>
                <a:cubicBezTo>
                  <a:pt x="100205" y="0"/>
                  <a:pt x="104449" y="4243"/>
                  <a:pt x="104449" y="9495"/>
                </a:cubicBezTo>
                <a:lnTo>
                  <a:pt x="104449" y="18991"/>
                </a:lnTo>
                <a:lnTo>
                  <a:pt x="113944" y="18991"/>
                </a:lnTo>
                <a:cubicBezTo>
                  <a:pt x="124418" y="18991"/>
                  <a:pt x="132935" y="27507"/>
                  <a:pt x="132935" y="37981"/>
                </a:cubicBezTo>
                <a:lnTo>
                  <a:pt x="132935" y="123439"/>
                </a:lnTo>
                <a:cubicBezTo>
                  <a:pt x="132935" y="133914"/>
                  <a:pt x="124418" y="142430"/>
                  <a:pt x="113944" y="142430"/>
                </a:cubicBezTo>
                <a:lnTo>
                  <a:pt x="18991" y="142430"/>
                </a:lnTo>
                <a:cubicBezTo>
                  <a:pt x="8516" y="142430"/>
                  <a:pt x="0" y="133914"/>
                  <a:pt x="0" y="123439"/>
                </a:cubicBezTo>
                <a:lnTo>
                  <a:pt x="0" y="37981"/>
                </a:lnTo>
                <a:cubicBezTo>
                  <a:pt x="0" y="27507"/>
                  <a:pt x="8516" y="18991"/>
                  <a:pt x="18991" y="18991"/>
                </a:cubicBezTo>
                <a:lnTo>
                  <a:pt x="28486" y="18991"/>
                </a:lnTo>
                <a:lnTo>
                  <a:pt x="28486" y="9495"/>
                </a:lnTo>
                <a:cubicBezTo>
                  <a:pt x="28486" y="4243"/>
                  <a:pt x="32729" y="0"/>
                  <a:pt x="37981" y="0"/>
                </a:cubicBezTo>
                <a:close/>
                <a:moveTo>
                  <a:pt x="18991" y="71215"/>
                </a:moveTo>
                <a:lnTo>
                  <a:pt x="18991" y="80710"/>
                </a:lnTo>
                <a:cubicBezTo>
                  <a:pt x="18991" y="83321"/>
                  <a:pt x="21127" y="85458"/>
                  <a:pt x="23738" y="85458"/>
                </a:cubicBezTo>
                <a:lnTo>
                  <a:pt x="33234" y="85458"/>
                </a:lnTo>
                <a:cubicBezTo>
                  <a:pt x="35845" y="85458"/>
                  <a:pt x="37981" y="83321"/>
                  <a:pt x="37981" y="80710"/>
                </a:cubicBezTo>
                <a:lnTo>
                  <a:pt x="37981" y="71215"/>
                </a:lnTo>
                <a:cubicBezTo>
                  <a:pt x="37981" y="68604"/>
                  <a:pt x="35845" y="66467"/>
                  <a:pt x="33234" y="66467"/>
                </a:cubicBezTo>
                <a:lnTo>
                  <a:pt x="23738" y="66467"/>
                </a:lnTo>
                <a:cubicBezTo>
                  <a:pt x="21127" y="66467"/>
                  <a:pt x="18991" y="68604"/>
                  <a:pt x="18991" y="71215"/>
                </a:cubicBezTo>
                <a:close/>
                <a:moveTo>
                  <a:pt x="56972" y="71215"/>
                </a:moveTo>
                <a:lnTo>
                  <a:pt x="56972" y="80710"/>
                </a:lnTo>
                <a:cubicBezTo>
                  <a:pt x="56972" y="83321"/>
                  <a:pt x="59108" y="85458"/>
                  <a:pt x="61720" y="85458"/>
                </a:cubicBezTo>
                <a:lnTo>
                  <a:pt x="71215" y="85458"/>
                </a:lnTo>
                <a:cubicBezTo>
                  <a:pt x="73826" y="85458"/>
                  <a:pt x="75963" y="83321"/>
                  <a:pt x="75963" y="80710"/>
                </a:cubicBezTo>
                <a:lnTo>
                  <a:pt x="75963" y="71215"/>
                </a:lnTo>
                <a:cubicBezTo>
                  <a:pt x="75963" y="68604"/>
                  <a:pt x="73826" y="66467"/>
                  <a:pt x="71215" y="66467"/>
                </a:cubicBezTo>
                <a:lnTo>
                  <a:pt x="61720" y="66467"/>
                </a:lnTo>
                <a:cubicBezTo>
                  <a:pt x="59108" y="66467"/>
                  <a:pt x="56972" y="68604"/>
                  <a:pt x="56972" y="71215"/>
                </a:cubicBezTo>
                <a:close/>
                <a:moveTo>
                  <a:pt x="99701" y="66467"/>
                </a:moveTo>
                <a:cubicBezTo>
                  <a:pt x="97090" y="66467"/>
                  <a:pt x="94953" y="68604"/>
                  <a:pt x="94953" y="71215"/>
                </a:cubicBezTo>
                <a:lnTo>
                  <a:pt x="94953" y="80710"/>
                </a:lnTo>
                <a:cubicBezTo>
                  <a:pt x="94953" y="83321"/>
                  <a:pt x="97090" y="85458"/>
                  <a:pt x="99701" y="85458"/>
                </a:cubicBezTo>
                <a:lnTo>
                  <a:pt x="109196" y="85458"/>
                </a:lnTo>
                <a:cubicBezTo>
                  <a:pt x="111807" y="85458"/>
                  <a:pt x="113944" y="83321"/>
                  <a:pt x="113944" y="80710"/>
                </a:cubicBezTo>
                <a:lnTo>
                  <a:pt x="113944" y="71215"/>
                </a:lnTo>
                <a:cubicBezTo>
                  <a:pt x="113944" y="68604"/>
                  <a:pt x="111807" y="66467"/>
                  <a:pt x="109196" y="66467"/>
                </a:cubicBezTo>
                <a:lnTo>
                  <a:pt x="99701" y="66467"/>
                </a:lnTo>
                <a:close/>
                <a:moveTo>
                  <a:pt x="18991" y="109196"/>
                </a:moveTo>
                <a:lnTo>
                  <a:pt x="18991" y="118692"/>
                </a:lnTo>
                <a:cubicBezTo>
                  <a:pt x="18991" y="121303"/>
                  <a:pt x="21127" y="123439"/>
                  <a:pt x="23738" y="123439"/>
                </a:cubicBezTo>
                <a:lnTo>
                  <a:pt x="33234" y="123439"/>
                </a:lnTo>
                <a:cubicBezTo>
                  <a:pt x="35845" y="123439"/>
                  <a:pt x="37981" y="121303"/>
                  <a:pt x="37981" y="118692"/>
                </a:cubicBezTo>
                <a:lnTo>
                  <a:pt x="37981" y="109196"/>
                </a:lnTo>
                <a:cubicBezTo>
                  <a:pt x="37981" y="106585"/>
                  <a:pt x="35845" y="104449"/>
                  <a:pt x="33234" y="104449"/>
                </a:cubicBezTo>
                <a:lnTo>
                  <a:pt x="23738" y="104449"/>
                </a:lnTo>
                <a:cubicBezTo>
                  <a:pt x="21127" y="104449"/>
                  <a:pt x="18991" y="106585"/>
                  <a:pt x="18991" y="109196"/>
                </a:cubicBezTo>
                <a:close/>
                <a:moveTo>
                  <a:pt x="61720" y="104449"/>
                </a:moveTo>
                <a:cubicBezTo>
                  <a:pt x="59108" y="104449"/>
                  <a:pt x="56972" y="106585"/>
                  <a:pt x="56972" y="109196"/>
                </a:cubicBezTo>
                <a:lnTo>
                  <a:pt x="56972" y="118692"/>
                </a:lnTo>
                <a:cubicBezTo>
                  <a:pt x="56972" y="121303"/>
                  <a:pt x="59108" y="123439"/>
                  <a:pt x="61720" y="123439"/>
                </a:cubicBezTo>
                <a:lnTo>
                  <a:pt x="71215" y="123439"/>
                </a:lnTo>
                <a:cubicBezTo>
                  <a:pt x="73826" y="123439"/>
                  <a:pt x="75963" y="121303"/>
                  <a:pt x="75963" y="118692"/>
                </a:cubicBezTo>
                <a:lnTo>
                  <a:pt x="75963" y="109196"/>
                </a:lnTo>
                <a:cubicBezTo>
                  <a:pt x="75963" y="106585"/>
                  <a:pt x="73826" y="104449"/>
                  <a:pt x="71215" y="104449"/>
                </a:cubicBezTo>
                <a:lnTo>
                  <a:pt x="61720" y="104449"/>
                </a:lnTo>
                <a:close/>
                <a:moveTo>
                  <a:pt x="94953" y="109196"/>
                </a:moveTo>
                <a:lnTo>
                  <a:pt x="94953" y="118692"/>
                </a:lnTo>
                <a:cubicBezTo>
                  <a:pt x="94953" y="121303"/>
                  <a:pt x="97090" y="123439"/>
                  <a:pt x="99701" y="123439"/>
                </a:cubicBezTo>
                <a:lnTo>
                  <a:pt x="109196" y="123439"/>
                </a:lnTo>
                <a:cubicBezTo>
                  <a:pt x="111807" y="123439"/>
                  <a:pt x="113944" y="121303"/>
                  <a:pt x="113944" y="118692"/>
                </a:cubicBezTo>
                <a:lnTo>
                  <a:pt x="113944" y="109196"/>
                </a:lnTo>
                <a:cubicBezTo>
                  <a:pt x="113944" y="106585"/>
                  <a:pt x="111807" y="104449"/>
                  <a:pt x="109196" y="104449"/>
                </a:cubicBezTo>
                <a:lnTo>
                  <a:pt x="99701" y="104449"/>
                </a:lnTo>
                <a:cubicBezTo>
                  <a:pt x="97090" y="104449"/>
                  <a:pt x="94953" y="106585"/>
                  <a:pt x="94953" y="10919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1" name="Text 49"/>
          <p:cNvSpPr/>
          <p:nvPr/>
        </p:nvSpPr>
        <p:spPr>
          <a:xfrm>
            <a:off x="6796429" y="3456299"/>
            <a:ext cx="189906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12.03 — Вторая итерация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582784" y="3760150"/>
            <a:ext cx="66467" cy="132935"/>
          </a:xfrm>
          <a:custGeom>
            <a:avLst/>
            <a:gdLst/>
            <a:ahLst/>
            <a:cxnLst/>
            <a:rect l="l" t="t" r="r" b="b"/>
            <a:pathLst>
              <a:path w="66467" h="132935">
                <a:moveTo>
                  <a:pt x="64157" y="60599"/>
                </a:moveTo>
                <a:cubicBezTo>
                  <a:pt x="67402" y="63845"/>
                  <a:pt x="67402" y="69116"/>
                  <a:pt x="64157" y="72361"/>
                </a:cubicBezTo>
                <a:lnTo>
                  <a:pt x="22614" y="113903"/>
                </a:lnTo>
                <a:cubicBezTo>
                  <a:pt x="19369" y="117149"/>
                  <a:pt x="14098" y="117149"/>
                  <a:pt x="10853" y="113903"/>
                </a:cubicBezTo>
                <a:cubicBezTo>
                  <a:pt x="7607" y="110658"/>
                  <a:pt x="7607" y="105387"/>
                  <a:pt x="10853" y="102142"/>
                </a:cubicBezTo>
                <a:lnTo>
                  <a:pt x="46527" y="66467"/>
                </a:lnTo>
                <a:lnTo>
                  <a:pt x="10879" y="30793"/>
                </a:lnTo>
                <a:cubicBezTo>
                  <a:pt x="7633" y="27548"/>
                  <a:pt x="7633" y="22277"/>
                  <a:pt x="10879" y="19031"/>
                </a:cubicBezTo>
                <a:cubicBezTo>
                  <a:pt x="14124" y="15786"/>
                  <a:pt x="19395" y="15786"/>
                  <a:pt x="22640" y="19031"/>
                </a:cubicBezTo>
                <a:lnTo>
                  <a:pt x="64182" y="60574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3" name="Text 51"/>
          <p:cNvSpPr/>
          <p:nvPr/>
        </p:nvSpPr>
        <p:spPr>
          <a:xfrm>
            <a:off x="6772690" y="3722168"/>
            <a:ext cx="2126953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Добавлено поле «Срок годности»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582784" y="3988037"/>
            <a:ext cx="66467" cy="132935"/>
          </a:xfrm>
          <a:custGeom>
            <a:avLst/>
            <a:gdLst/>
            <a:ahLst/>
            <a:cxnLst/>
            <a:rect l="l" t="t" r="r" b="b"/>
            <a:pathLst>
              <a:path w="66467" h="132935">
                <a:moveTo>
                  <a:pt x="64157" y="60599"/>
                </a:moveTo>
                <a:cubicBezTo>
                  <a:pt x="67402" y="63845"/>
                  <a:pt x="67402" y="69116"/>
                  <a:pt x="64157" y="72361"/>
                </a:cubicBezTo>
                <a:lnTo>
                  <a:pt x="22614" y="113903"/>
                </a:lnTo>
                <a:cubicBezTo>
                  <a:pt x="19369" y="117149"/>
                  <a:pt x="14098" y="117149"/>
                  <a:pt x="10853" y="113903"/>
                </a:cubicBezTo>
                <a:cubicBezTo>
                  <a:pt x="7607" y="110658"/>
                  <a:pt x="7607" y="105387"/>
                  <a:pt x="10853" y="102142"/>
                </a:cubicBezTo>
                <a:lnTo>
                  <a:pt x="46527" y="66467"/>
                </a:lnTo>
                <a:lnTo>
                  <a:pt x="10879" y="30793"/>
                </a:lnTo>
                <a:cubicBezTo>
                  <a:pt x="7633" y="27548"/>
                  <a:pt x="7633" y="22277"/>
                  <a:pt x="10879" y="19031"/>
                </a:cubicBezTo>
                <a:cubicBezTo>
                  <a:pt x="14124" y="15786"/>
                  <a:pt x="19395" y="15786"/>
                  <a:pt x="22640" y="19031"/>
                </a:cubicBezTo>
                <a:lnTo>
                  <a:pt x="64182" y="60574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5" name="Text 53"/>
          <p:cNvSpPr/>
          <p:nvPr/>
        </p:nvSpPr>
        <p:spPr>
          <a:xfrm>
            <a:off x="6772690" y="3950056"/>
            <a:ext cx="1975028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Добавлено поле «Получатель»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582784" y="4215925"/>
            <a:ext cx="66467" cy="132935"/>
          </a:xfrm>
          <a:custGeom>
            <a:avLst/>
            <a:gdLst/>
            <a:ahLst/>
            <a:cxnLst/>
            <a:rect l="l" t="t" r="r" b="b"/>
            <a:pathLst>
              <a:path w="66467" h="132935">
                <a:moveTo>
                  <a:pt x="64157" y="60599"/>
                </a:moveTo>
                <a:cubicBezTo>
                  <a:pt x="67402" y="63845"/>
                  <a:pt x="67402" y="69116"/>
                  <a:pt x="64157" y="72361"/>
                </a:cubicBezTo>
                <a:lnTo>
                  <a:pt x="22614" y="113903"/>
                </a:lnTo>
                <a:cubicBezTo>
                  <a:pt x="19369" y="117149"/>
                  <a:pt x="14098" y="117149"/>
                  <a:pt x="10853" y="113903"/>
                </a:cubicBezTo>
                <a:cubicBezTo>
                  <a:pt x="7607" y="110658"/>
                  <a:pt x="7607" y="105387"/>
                  <a:pt x="10853" y="102142"/>
                </a:cubicBezTo>
                <a:lnTo>
                  <a:pt x="46527" y="66467"/>
                </a:lnTo>
                <a:lnTo>
                  <a:pt x="10879" y="30793"/>
                </a:lnTo>
                <a:cubicBezTo>
                  <a:pt x="7633" y="27548"/>
                  <a:pt x="7633" y="22277"/>
                  <a:pt x="10879" y="19031"/>
                </a:cubicBezTo>
                <a:cubicBezTo>
                  <a:pt x="14124" y="15786"/>
                  <a:pt x="19395" y="15786"/>
                  <a:pt x="22640" y="19031"/>
                </a:cubicBezTo>
                <a:lnTo>
                  <a:pt x="64182" y="60574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57" name="Text 55"/>
          <p:cNvSpPr/>
          <p:nvPr/>
        </p:nvSpPr>
        <p:spPr>
          <a:xfrm>
            <a:off x="6772690" y="4177944"/>
            <a:ext cx="1747140" cy="18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7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Добавлена кнопка «Выйти»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88728" y="5203439"/>
            <a:ext cx="5621234" cy="1652187"/>
          </a:xfrm>
          <a:custGeom>
            <a:avLst/>
            <a:gdLst/>
            <a:ahLst/>
            <a:cxnLst/>
            <a:rect l="l" t="t" r="r" b="b"/>
            <a:pathLst>
              <a:path w="5621234" h="1652187">
                <a:moveTo>
                  <a:pt x="37981" y="0"/>
                </a:moveTo>
                <a:lnTo>
                  <a:pt x="5583252" y="0"/>
                </a:lnTo>
                <a:cubicBezTo>
                  <a:pt x="5604229" y="0"/>
                  <a:pt x="5621234" y="17005"/>
                  <a:pt x="5621234" y="37981"/>
                </a:cubicBezTo>
                <a:lnTo>
                  <a:pt x="5621234" y="1538236"/>
                </a:lnTo>
                <a:cubicBezTo>
                  <a:pt x="5621234" y="1601169"/>
                  <a:pt x="5570216" y="1652187"/>
                  <a:pt x="5507282" y="1652187"/>
                </a:cubicBezTo>
                <a:lnTo>
                  <a:pt x="113951" y="1652187"/>
                </a:lnTo>
                <a:cubicBezTo>
                  <a:pt x="51018" y="1652187"/>
                  <a:pt x="0" y="1601169"/>
                  <a:pt x="0" y="1538236"/>
                </a:cubicBez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430" dist="9495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188728" y="5203439"/>
            <a:ext cx="5621234" cy="37981"/>
          </a:xfrm>
          <a:custGeom>
            <a:avLst/>
            <a:gdLst/>
            <a:ahLst/>
            <a:cxnLst/>
            <a:rect l="l" t="t" r="r" b="b"/>
            <a:pathLst>
              <a:path w="5621234" h="37981">
                <a:moveTo>
                  <a:pt x="37981" y="0"/>
                </a:moveTo>
                <a:lnTo>
                  <a:pt x="5583252" y="0"/>
                </a:lnTo>
                <a:cubicBezTo>
                  <a:pt x="5604229" y="0"/>
                  <a:pt x="5621234" y="17005"/>
                  <a:pt x="5621234" y="37981"/>
                </a:cubicBezTo>
                <a:lnTo>
                  <a:pt x="5621234" y="37981"/>
                </a:lnTo>
                <a:lnTo>
                  <a:pt x="0" y="37981"/>
                </a:lnTo>
                <a:lnTo>
                  <a:pt x="0" y="37981"/>
                </a:lnTo>
                <a:cubicBezTo>
                  <a:pt x="0" y="17019"/>
                  <a:pt x="17019" y="0"/>
                  <a:pt x="37981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0" name="Shape 58"/>
          <p:cNvSpPr/>
          <p:nvPr/>
        </p:nvSpPr>
        <p:spPr>
          <a:xfrm>
            <a:off x="6435606" y="5431327"/>
            <a:ext cx="170916" cy="227888"/>
          </a:xfrm>
          <a:custGeom>
            <a:avLst/>
            <a:gdLst/>
            <a:ahLst/>
            <a:cxnLst/>
            <a:rect l="l" t="t" r="r" b="b"/>
            <a:pathLst>
              <a:path w="170916" h="227888">
                <a:moveTo>
                  <a:pt x="0" y="28486"/>
                </a:moveTo>
                <a:cubicBezTo>
                  <a:pt x="0" y="12774"/>
                  <a:pt x="12774" y="0"/>
                  <a:pt x="28486" y="0"/>
                </a:cubicBezTo>
                <a:lnTo>
                  <a:pt x="95027" y="0"/>
                </a:lnTo>
                <a:cubicBezTo>
                  <a:pt x="102594" y="0"/>
                  <a:pt x="109849" y="2982"/>
                  <a:pt x="115190" y="8323"/>
                </a:cubicBezTo>
                <a:lnTo>
                  <a:pt x="162593" y="55770"/>
                </a:lnTo>
                <a:cubicBezTo>
                  <a:pt x="167934" y="61111"/>
                  <a:pt x="170916" y="68366"/>
                  <a:pt x="170916" y="75933"/>
                </a:cubicBezTo>
                <a:lnTo>
                  <a:pt x="170916" y="199402"/>
                </a:lnTo>
                <a:cubicBezTo>
                  <a:pt x="170916" y="215114"/>
                  <a:pt x="158142" y="227888"/>
                  <a:pt x="142430" y="227888"/>
                </a:cubicBezTo>
                <a:lnTo>
                  <a:pt x="28486" y="227888"/>
                </a:lnTo>
                <a:cubicBezTo>
                  <a:pt x="12774" y="227888"/>
                  <a:pt x="0" y="215114"/>
                  <a:pt x="0" y="199402"/>
                </a:cubicBezTo>
                <a:lnTo>
                  <a:pt x="0" y="28486"/>
                </a:lnTo>
                <a:close/>
                <a:moveTo>
                  <a:pt x="92579" y="26038"/>
                </a:moveTo>
                <a:lnTo>
                  <a:pt x="92579" y="67654"/>
                </a:lnTo>
                <a:cubicBezTo>
                  <a:pt x="92579" y="73574"/>
                  <a:pt x="97342" y="78336"/>
                  <a:pt x="103262" y="78336"/>
                </a:cubicBezTo>
                <a:lnTo>
                  <a:pt x="144878" y="78336"/>
                </a:lnTo>
                <a:lnTo>
                  <a:pt x="92579" y="26038"/>
                </a:lnTo>
                <a:close/>
                <a:moveTo>
                  <a:pt x="53411" y="113944"/>
                </a:moveTo>
                <a:cubicBezTo>
                  <a:pt x="47491" y="113944"/>
                  <a:pt x="42729" y="118706"/>
                  <a:pt x="42729" y="124626"/>
                </a:cubicBezTo>
                <a:cubicBezTo>
                  <a:pt x="42729" y="130546"/>
                  <a:pt x="47491" y="135308"/>
                  <a:pt x="53411" y="135308"/>
                </a:cubicBezTo>
                <a:lnTo>
                  <a:pt x="117505" y="135308"/>
                </a:lnTo>
                <a:cubicBezTo>
                  <a:pt x="123424" y="135308"/>
                  <a:pt x="128187" y="130546"/>
                  <a:pt x="128187" y="124626"/>
                </a:cubicBezTo>
                <a:cubicBezTo>
                  <a:pt x="128187" y="118706"/>
                  <a:pt x="123424" y="113944"/>
                  <a:pt x="117505" y="113944"/>
                </a:cubicBezTo>
                <a:lnTo>
                  <a:pt x="53411" y="113944"/>
                </a:lnTo>
                <a:close/>
                <a:moveTo>
                  <a:pt x="53411" y="156673"/>
                </a:moveTo>
                <a:cubicBezTo>
                  <a:pt x="47491" y="156673"/>
                  <a:pt x="42729" y="161435"/>
                  <a:pt x="42729" y="167355"/>
                </a:cubicBezTo>
                <a:cubicBezTo>
                  <a:pt x="42729" y="173275"/>
                  <a:pt x="47491" y="178037"/>
                  <a:pt x="53411" y="178037"/>
                </a:cubicBezTo>
                <a:lnTo>
                  <a:pt x="117505" y="178037"/>
                </a:lnTo>
                <a:cubicBezTo>
                  <a:pt x="123424" y="178037"/>
                  <a:pt x="128187" y="173275"/>
                  <a:pt x="128187" y="167355"/>
                </a:cubicBezTo>
                <a:cubicBezTo>
                  <a:pt x="128187" y="161435"/>
                  <a:pt x="123424" y="156673"/>
                  <a:pt x="117505" y="156673"/>
                </a:cubicBezTo>
                <a:lnTo>
                  <a:pt x="53411" y="15667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1" name="Text 59"/>
          <p:cNvSpPr/>
          <p:nvPr/>
        </p:nvSpPr>
        <p:spPr>
          <a:xfrm>
            <a:off x="6777438" y="5412336"/>
            <a:ext cx="1367327" cy="265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95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Документация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378634" y="5792150"/>
            <a:ext cx="2563738" cy="379813"/>
          </a:xfrm>
          <a:custGeom>
            <a:avLst/>
            <a:gdLst/>
            <a:ahLst/>
            <a:cxnLst/>
            <a:rect l="l" t="t" r="r" b="b"/>
            <a:pathLst>
              <a:path w="2563738" h="379813">
                <a:moveTo>
                  <a:pt x="75963" y="0"/>
                </a:moveTo>
                <a:lnTo>
                  <a:pt x="2487776" y="0"/>
                </a:lnTo>
                <a:cubicBezTo>
                  <a:pt x="2529729" y="0"/>
                  <a:pt x="2563738" y="34010"/>
                  <a:pt x="2563738" y="75963"/>
                </a:cubicBezTo>
                <a:lnTo>
                  <a:pt x="2563738" y="303850"/>
                </a:lnTo>
                <a:cubicBezTo>
                  <a:pt x="2563738" y="345803"/>
                  <a:pt x="2529729" y="379813"/>
                  <a:pt x="2487776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3" name="Shape 61"/>
          <p:cNvSpPr/>
          <p:nvPr/>
        </p:nvSpPr>
        <p:spPr>
          <a:xfrm>
            <a:off x="6473588" y="590609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4" name="Text 62"/>
          <p:cNvSpPr/>
          <p:nvPr/>
        </p:nvSpPr>
        <p:spPr>
          <a:xfrm>
            <a:off x="6720466" y="5868112"/>
            <a:ext cx="256374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ТЗ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9055278" y="5792150"/>
            <a:ext cx="2563738" cy="379813"/>
          </a:xfrm>
          <a:custGeom>
            <a:avLst/>
            <a:gdLst/>
            <a:ahLst/>
            <a:cxnLst/>
            <a:rect l="l" t="t" r="r" b="b"/>
            <a:pathLst>
              <a:path w="2563738" h="379813">
                <a:moveTo>
                  <a:pt x="75963" y="0"/>
                </a:moveTo>
                <a:lnTo>
                  <a:pt x="2487776" y="0"/>
                </a:lnTo>
                <a:cubicBezTo>
                  <a:pt x="2529729" y="0"/>
                  <a:pt x="2563738" y="34010"/>
                  <a:pt x="2563738" y="75963"/>
                </a:cubicBezTo>
                <a:lnTo>
                  <a:pt x="2563738" y="303850"/>
                </a:lnTo>
                <a:cubicBezTo>
                  <a:pt x="2563738" y="345803"/>
                  <a:pt x="2529729" y="379813"/>
                  <a:pt x="2487776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6" name="Shape 64"/>
          <p:cNvSpPr/>
          <p:nvPr/>
        </p:nvSpPr>
        <p:spPr>
          <a:xfrm>
            <a:off x="9150231" y="5906093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67" name="Text 65"/>
          <p:cNvSpPr/>
          <p:nvPr/>
        </p:nvSpPr>
        <p:spPr>
          <a:xfrm>
            <a:off x="9397110" y="5868112"/>
            <a:ext cx="864075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Stories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378634" y="6285907"/>
            <a:ext cx="2563738" cy="379813"/>
          </a:xfrm>
          <a:custGeom>
            <a:avLst/>
            <a:gdLst/>
            <a:ahLst/>
            <a:cxnLst/>
            <a:rect l="l" t="t" r="r" b="b"/>
            <a:pathLst>
              <a:path w="2563738" h="379813">
                <a:moveTo>
                  <a:pt x="75963" y="0"/>
                </a:moveTo>
                <a:lnTo>
                  <a:pt x="2487776" y="0"/>
                </a:lnTo>
                <a:cubicBezTo>
                  <a:pt x="2529729" y="0"/>
                  <a:pt x="2563738" y="34010"/>
                  <a:pt x="2563738" y="75963"/>
                </a:cubicBezTo>
                <a:lnTo>
                  <a:pt x="2563738" y="303850"/>
                </a:lnTo>
                <a:cubicBezTo>
                  <a:pt x="2563738" y="345803"/>
                  <a:pt x="2529729" y="379813"/>
                  <a:pt x="2487776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9" name="Shape 67"/>
          <p:cNvSpPr/>
          <p:nvPr/>
        </p:nvSpPr>
        <p:spPr>
          <a:xfrm>
            <a:off x="6473588" y="6399850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70" name="Text 68"/>
          <p:cNvSpPr/>
          <p:nvPr/>
        </p:nvSpPr>
        <p:spPr>
          <a:xfrm>
            <a:off x="6720466" y="6361869"/>
            <a:ext cx="617196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Макеты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9055278" y="6285907"/>
            <a:ext cx="2563738" cy="379813"/>
          </a:xfrm>
          <a:custGeom>
            <a:avLst/>
            <a:gdLst/>
            <a:ahLst/>
            <a:cxnLst/>
            <a:rect l="l" t="t" r="r" b="b"/>
            <a:pathLst>
              <a:path w="2563738" h="379813">
                <a:moveTo>
                  <a:pt x="75963" y="0"/>
                </a:moveTo>
                <a:lnTo>
                  <a:pt x="2487776" y="0"/>
                </a:lnTo>
                <a:cubicBezTo>
                  <a:pt x="2529729" y="0"/>
                  <a:pt x="2563738" y="34010"/>
                  <a:pt x="2563738" y="75963"/>
                </a:cubicBezTo>
                <a:lnTo>
                  <a:pt x="2563738" y="303850"/>
                </a:lnTo>
                <a:cubicBezTo>
                  <a:pt x="2563738" y="345803"/>
                  <a:pt x="2529729" y="379813"/>
                  <a:pt x="2487776" y="379813"/>
                </a:cubicBezTo>
                <a:lnTo>
                  <a:pt x="75963" y="379813"/>
                </a:lnTo>
                <a:cubicBezTo>
                  <a:pt x="34038" y="379813"/>
                  <a:pt x="0" y="345775"/>
                  <a:pt x="0" y="303850"/>
                </a:cubicBezTo>
                <a:lnTo>
                  <a:pt x="0" y="75963"/>
                </a:lnTo>
                <a:cubicBezTo>
                  <a:pt x="0" y="34038"/>
                  <a:pt x="34038" y="0"/>
                  <a:pt x="75963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2" name="Shape 70"/>
          <p:cNvSpPr/>
          <p:nvPr/>
        </p:nvSpPr>
        <p:spPr>
          <a:xfrm>
            <a:off x="9150231" y="6399850"/>
            <a:ext cx="151925" cy="151925"/>
          </a:xfrm>
          <a:custGeom>
            <a:avLst/>
            <a:gdLst/>
            <a:ahLst/>
            <a:cxnLst/>
            <a:rect l="l" t="t" r="r" b="b"/>
            <a:pathLst>
              <a:path w="151925" h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73" name="Text 71"/>
          <p:cNvSpPr/>
          <p:nvPr/>
        </p:nvSpPr>
        <p:spPr>
          <a:xfrm>
            <a:off x="9397110" y="6361869"/>
            <a:ext cx="892561" cy="2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96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Тест-кейсы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COLLABORATION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Взаимодействие в команде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38250"/>
            <a:ext cx="6781800" cy="2762250"/>
          </a:xfrm>
          <a:custGeom>
            <a:avLst/>
            <a:gdLst/>
            <a:ahLst/>
            <a:cxnLst/>
            <a:rect l="l" t="t" r="r" b="b"/>
            <a:pathLst>
              <a:path w="6781800" h="2762250">
                <a:moveTo>
                  <a:pt x="38100" y="0"/>
                </a:moveTo>
                <a:lnTo>
                  <a:pt x="6743700" y="0"/>
                </a:lnTo>
                <a:cubicBezTo>
                  <a:pt x="6764728" y="0"/>
                  <a:pt x="6781800" y="17072"/>
                  <a:pt x="6781800" y="38100"/>
                </a:cubicBezTo>
                <a:lnTo>
                  <a:pt x="6781800" y="2647948"/>
                </a:lnTo>
                <a:cubicBezTo>
                  <a:pt x="6781800" y="2711075"/>
                  <a:pt x="6730625" y="2762250"/>
                  <a:pt x="6667498" y="2762250"/>
                </a:cubicBezTo>
                <a:lnTo>
                  <a:pt x="114302" y="2762250"/>
                </a:lnTo>
                <a:cubicBezTo>
                  <a:pt x="51175" y="2762250"/>
                  <a:pt x="0" y="2711075"/>
                  <a:pt x="0" y="2647948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1000" y="1238250"/>
            <a:ext cx="6781800" cy="38100"/>
          </a:xfrm>
          <a:custGeom>
            <a:avLst/>
            <a:gdLst/>
            <a:ahLst/>
            <a:cxnLst/>
            <a:rect l="l" t="t" r="r" b="b"/>
            <a:pathLst>
              <a:path w="6781800" h="38100">
                <a:moveTo>
                  <a:pt x="38100" y="0"/>
                </a:moveTo>
                <a:lnTo>
                  <a:pt x="6743700" y="0"/>
                </a:lnTo>
                <a:cubicBezTo>
                  <a:pt x="6764728" y="0"/>
                  <a:pt x="6781800" y="17072"/>
                  <a:pt x="6781800" y="38100"/>
                </a:cubicBezTo>
                <a:lnTo>
                  <a:pt x="6781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485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83344"/>
                </a:moveTo>
                <a:cubicBezTo>
                  <a:pt x="140419" y="83344"/>
                  <a:pt x="157758" y="66005"/>
                  <a:pt x="157758" y="44648"/>
                </a:cubicBezTo>
                <a:cubicBezTo>
                  <a:pt x="157758" y="23292"/>
                  <a:pt x="140419" y="5953"/>
                  <a:pt x="119063" y="5953"/>
                </a:cubicBezTo>
                <a:cubicBezTo>
                  <a:pt x="97706" y="5953"/>
                  <a:pt x="80367" y="23292"/>
                  <a:pt x="80367" y="44648"/>
                </a:cubicBezTo>
                <a:cubicBezTo>
                  <a:pt x="80367" y="66005"/>
                  <a:pt x="97706" y="83344"/>
                  <a:pt x="119063" y="83344"/>
                </a:cubicBezTo>
                <a:close/>
                <a:moveTo>
                  <a:pt x="35719" y="86320"/>
                </a:moveTo>
                <a:cubicBezTo>
                  <a:pt x="50504" y="86320"/>
                  <a:pt x="62508" y="74317"/>
                  <a:pt x="62508" y="59531"/>
                </a:cubicBezTo>
                <a:cubicBezTo>
                  <a:pt x="62508" y="44746"/>
                  <a:pt x="50504" y="32742"/>
                  <a:pt x="35719" y="32742"/>
                </a:cubicBezTo>
                <a:cubicBezTo>
                  <a:pt x="20933" y="32742"/>
                  <a:pt x="8930" y="44746"/>
                  <a:pt x="8930" y="59531"/>
                </a:cubicBezTo>
                <a:cubicBezTo>
                  <a:pt x="8930" y="74317"/>
                  <a:pt x="20933" y="86320"/>
                  <a:pt x="35719" y="86320"/>
                </a:cubicBezTo>
                <a:close/>
                <a:moveTo>
                  <a:pt x="0" y="154781"/>
                </a:move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4165" y="178594"/>
                </a:lnTo>
                <a:cubicBezTo>
                  <a:pt x="42565" y="174947"/>
                  <a:pt x="41672" y="170929"/>
                  <a:pt x="41672" y="166688"/>
                </a:cubicBezTo>
                <a:lnTo>
                  <a:pt x="41672" y="160734"/>
                </a:lnTo>
                <a:cubicBezTo>
                  <a:pt x="41672" y="140940"/>
                  <a:pt x="49113" y="122858"/>
                  <a:pt x="61354" y="109165"/>
                </a:cubicBezTo>
                <a:cubicBezTo>
                  <a:pt x="57001" y="107863"/>
                  <a:pt x="52388" y="107156"/>
                  <a:pt x="47625" y="107156"/>
                </a:cubicBezTo>
                <a:cubicBezTo>
                  <a:pt x="21320" y="107156"/>
                  <a:pt x="0" y="128476"/>
                  <a:pt x="0" y="154781"/>
                </a:cubicBezTo>
                <a:close/>
                <a:moveTo>
                  <a:pt x="229195" y="59531"/>
                </a:moveTo>
                <a:cubicBezTo>
                  <a:pt x="229195" y="44746"/>
                  <a:pt x="217192" y="32742"/>
                  <a:pt x="202406" y="32742"/>
                </a:cubicBezTo>
                <a:cubicBezTo>
                  <a:pt x="187621" y="32742"/>
                  <a:pt x="175617" y="44746"/>
                  <a:pt x="175617" y="59531"/>
                </a:cubicBezTo>
                <a:cubicBezTo>
                  <a:pt x="175617" y="74317"/>
                  <a:pt x="187621" y="86320"/>
                  <a:pt x="202406" y="86320"/>
                </a:cubicBezTo>
                <a:cubicBezTo>
                  <a:pt x="217192" y="86320"/>
                  <a:pt x="229195" y="74317"/>
                  <a:pt x="229195" y="59531"/>
                </a:cubicBezTo>
                <a:close/>
                <a:moveTo>
                  <a:pt x="59531" y="160734"/>
                </a:moveTo>
                <a:lnTo>
                  <a:pt x="59531" y="166688"/>
                </a:lnTo>
                <a:cubicBezTo>
                  <a:pt x="59531" y="173273"/>
                  <a:pt x="64852" y="178594"/>
                  <a:pt x="71438" y="178594"/>
                </a:cubicBezTo>
                <a:lnTo>
                  <a:pt x="129778" y="178594"/>
                </a:lnTo>
                <a:cubicBezTo>
                  <a:pt x="127136" y="170557"/>
                  <a:pt x="127434" y="162074"/>
                  <a:pt x="133759" y="154781"/>
                </a:cubicBezTo>
                <a:cubicBezTo>
                  <a:pt x="128550" y="148754"/>
                  <a:pt x="126132" y="140010"/>
                  <a:pt x="129518" y="131229"/>
                </a:cubicBezTo>
                <a:cubicBezTo>
                  <a:pt x="131973" y="124867"/>
                  <a:pt x="135434" y="118914"/>
                  <a:pt x="139712" y="113630"/>
                </a:cubicBezTo>
                <a:cubicBezTo>
                  <a:pt x="141722" y="111175"/>
                  <a:pt x="144028" y="109277"/>
                  <a:pt x="146521" y="107900"/>
                </a:cubicBezTo>
                <a:cubicBezTo>
                  <a:pt x="138299" y="103622"/>
                  <a:pt x="128960" y="101203"/>
                  <a:pt x="119063" y="101203"/>
                </a:cubicBezTo>
                <a:cubicBezTo>
                  <a:pt x="86171" y="101203"/>
                  <a:pt x="59531" y="127843"/>
                  <a:pt x="59531" y="160734"/>
                </a:cubicBezTo>
                <a:close/>
                <a:moveTo>
                  <a:pt x="232395" y="144326"/>
                </a:moveTo>
                <a:cubicBezTo>
                  <a:pt x="234739" y="142987"/>
                  <a:pt x="235930" y="140196"/>
                  <a:pt x="234925" y="137629"/>
                </a:cubicBezTo>
                <a:cubicBezTo>
                  <a:pt x="233139" y="133015"/>
                  <a:pt x="230646" y="128662"/>
                  <a:pt x="227521" y="124830"/>
                </a:cubicBezTo>
                <a:cubicBezTo>
                  <a:pt x="225809" y="122709"/>
                  <a:pt x="222796" y="122337"/>
                  <a:pt x="220452" y="123713"/>
                </a:cubicBezTo>
                <a:cubicBezTo>
                  <a:pt x="212341" y="128401"/>
                  <a:pt x="202369" y="122672"/>
                  <a:pt x="202369" y="113258"/>
                </a:cubicBezTo>
                <a:cubicBezTo>
                  <a:pt x="202369" y="110542"/>
                  <a:pt x="200546" y="108124"/>
                  <a:pt x="197867" y="107714"/>
                </a:cubicBezTo>
                <a:cubicBezTo>
                  <a:pt x="193067" y="106970"/>
                  <a:pt x="187896" y="106970"/>
                  <a:pt x="183096" y="107714"/>
                </a:cubicBezTo>
                <a:cubicBezTo>
                  <a:pt x="180417" y="108124"/>
                  <a:pt x="178594" y="110542"/>
                  <a:pt x="178594" y="113258"/>
                </a:cubicBezTo>
                <a:cubicBezTo>
                  <a:pt x="178594" y="122634"/>
                  <a:pt x="168622" y="128401"/>
                  <a:pt x="160511" y="123713"/>
                </a:cubicBezTo>
                <a:cubicBezTo>
                  <a:pt x="158167" y="122374"/>
                  <a:pt x="155153" y="122746"/>
                  <a:pt x="153442" y="124830"/>
                </a:cubicBezTo>
                <a:cubicBezTo>
                  <a:pt x="150316" y="128662"/>
                  <a:pt x="147824" y="133015"/>
                  <a:pt x="146038" y="137629"/>
                </a:cubicBezTo>
                <a:cubicBezTo>
                  <a:pt x="145070" y="140159"/>
                  <a:pt x="146224" y="142949"/>
                  <a:pt x="148568" y="144289"/>
                </a:cubicBezTo>
                <a:cubicBezTo>
                  <a:pt x="156716" y="148977"/>
                  <a:pt x="156716" y="160474"/>
                  <a:pt x="148568" y="165199"/>
                </a:cubicBezTo>
                <a:cubicBezTo>
                  <a:pt x="146224" y="166539"/>
                  <a:pt x="145033" y="169329"/>
                  <a:pt x="146038" y="171859"/>
                </a:cubicBezTo>
                <a:cubicBezTo>
                  <a:pt x="147824" y="176473"/>
                  <a:pt x="150316" y="180826"/>
                  <a:pt x="153442" y="184658"/>
                </a:cubicBezTo>
                <a:cubicBezTo>
                  <a:pt x="155153" y="186779"/>
                  <a:pt x="158167" y="187151"/>
                  <a:pt x="160511" y="185775"/>
                </a:cubicBezTo>
                <a:cubicBezTo>
                  <a:pt x="168622" y="181087"/>
                  <a:pt x="178594" y="186854"/>
                  <a:pt x="178594" y="196230"/>
                </a:cubicBezTo>
                <a:cubicBezTo>
                  <a:pt x="178594" y="198946"/>
                  <a:pt x="180417" y="201364"/>
                  <a:pt x="183096" y="201774"/>
                </a:cubicBezTo>
                <a:cubicBezTo>
                  <a:pt x="187896" y="202518"/>
                  <a:pt x="193067" y="202518"/>
                  <a:pt x="197867" y="201774"/>
                </a:cubicBezTo>
                <a:cubicBezTo>
                  <a:pt x="200546" y="201364"/>
                  <a:pt x="202369" y="198946"/>
                  <a:pt x="202369" y="196230"/>
                </a:cubicBezTo>
                <a:cubicBezTo>
                  <a:pt x="202369" y="186854"/>
                  <a:pt x="212341" y="181087"/>
                  <a:pt x="220452" y="185775"/>
                </a:cubicBezTo>
                <a:cubicBezTo>
                  <a:pt x="222796" y="187114"/>
                  <a:pt x="225809" y="186742"/>
                  <a:pt x="227521" y="184658"/>
                </a:cubicBezTo>
                <a:cubicBezTo>
                  <a:pt x="230646" y="180826"/>
                  <a:pt x="233139" y="176473"/>
                  <a:pt x="234925" y="171859"/>
                </a:cubicBezTo>
                <a:cubicBezTo>
                  <a:pt x="235893" y="169329"/>
                  <a:pt x="234739" y="166539"/>
                  <a:pt x="232395" y="165199"/>
                </a:cubicBezTo>
                <a:cubicBezTo>
                  <a:pt x="224247" y="160511"/>
                  <a:pt x="224247" y="149014"/>
                  <a:pt x="232395" y="144289"/>
                </a:cubicBezTo>
                <a:close/>
                <a:moveTo>
                  <a:pt x="175617" y="154781"/>
                </a:moveTo>
                <a:cubicBezTo>
                  <a:pt x="175617" y="146567"/>
                  <a:pt x="182286" y="139898"/>
                  <a:pt x="190500" y="139898"/>
                </a:cubicBezTo>
                <a:cubicBezTo>
                  <a:pt x="198714" y="139898"/>
                  <a:pt x="205383" y="146567"/>
                  <a:pt x="205383" y="154781"/>
                </a:cubicBezTo>
                <a:cubicBezTo>
                  <a:pt x="205383" y="162995"/>
                  <a:pt x="198714" y="169664"/>
                  <a:pt x="190500" y="169664"/>
                </a:cubicBezTo>
                <a:cubicBezTo>
                  <a:pt x="182286" y="169664"/>
                  <a:pt x="175617" y="162995"/>
                  <a:pt x="175617" y="154781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809625" y="1447800"/>
            <a:ext cx="625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Организация работы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1500" y="1866900"/>
            <a:ext cx="3143250" cy="914400"/>
          </a:xfrm>
          <a:custGeom>
            <a:avLst/>
            <a:gdLst/>
            <a:ahLst/>
            <a:cxnLst/>
            <a:rect l="l" t="t" r="r" b="b"/>
            <a:pathLst>
              <a:path w="3143250" h="914400">
                <a:moveTo>
                  <a:pt x="76197" y="0"/>
                </a:moveTo>
                <a:lnTo>
                  <a:pt x="3067053" y="0"/>
                </a:lnTo>
                <a:cubicBezTo>
                  <a:pt x="3109135" y="0"/>
                  <a:pt x="3143250" y="34115"/>
                  <a:pt x="3143250" y="76197"/>
                </a:cubicBezTo>
                <a:lnTo>
                  <a:pt x="3143250" y="838203"/>
                </a:lnTo>
                <a:cubicBezTo>
                  <a:pt x="3143250" y="880285"/>
                  <a:pt x="3109135" y="914400"/>
                  <a:pt x="30670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Shape 7"/>
          <p:cNvSpPr/>
          <p:nvPr/>
        </p:nvSpPr>
        <p:spPr>
          <a:xfrm>
            <a:off x="704850" y="201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9826" y="10805"/>
                </a:moveTo>
                <a:cubicBezTo>
                  <a:pt x="43071" y="13067"/>
                  <a:pt x="43845" y="17532"/>
                  <a:pt x="41583" y="20747"/>
                </a:cubicBezTo>
                <a:lnTo>
                  <a:pt x="24914" y="44559"/>
                </a:lnTo>
                <a:cubicBezTo>
                  <a:pt x="23693" y="46286"/>
                  <a:pt x="21788" y="47387"/>
                  <a:pt x="19675" y="47565"/>
                </a:cubicBezTo>
                <a:cubicBezTo>
                  <a:pt x="17562" y="47744"/>
                  <a:pt x="15478" y="47030"/>
                  <a:pt x="13990" y="45541"/>
                </a:cubicBezTo>
                <a:lnTo>
                  <a:pt x="2084" y="33635"/>
                </a:lnTo>
                <a:cubicBezTo>
                  <a:pt x="-685" y="30837"/>
                  <a:pt x="-685" y="26313"/>
                  <a:pt x="2084" y="23515"/>
                </a:cubicBezTo>
                <a:cubicBezTo>
                  <a:pt x="4852" y="20717"/>
                  <a:pt x="9406" y="20747"/>
                  <a:pt x="12204" y="23515"/>
                </a:cubicBezTo>
                <a:lnTo>
                  <a:pt x="18098" y="29408"/>
                </a:lnTo>
                <a:lnTo>
                  <a:pt x="29885" y="12561"/>
                </a:lnTo>
                <a:cubicBezTo>
                  <a:pt x="32147" y="9317"/>
                  <a:pt x="36612" y="8543"/>
                  <a:pt x="39826" y="10805"/>
                </a:cubicBezTo>
                <a:close/>
                <a:moveTo>
                  <a:pt x="39826" y="58430"/>
                </a:moveTo>
                <a:cubicBezTo>
                  <a:pt x="43071" y="60692"/>
                  <a:pt x="43845" y="65157"/>
                  <a:pt x="41583" y="68372"/>
                </a:cubicBezTo>
                <a:lnTo>
                  <a:pt x="24914" y="92184"/>
                </a:lnTo>
                <a:cubicBezTo>
                  <a:pt x="23693" y="93911"/>
                  <a:pt x="21788" y="95012"/>
                  <a:pt x="19675" y="95190"/>
                </a:cubicBezTo>
                <a:cubicBezTo>
                  <a:pt x="17562" y="95369"/>
                  <a:pt x="15478" y="94655"/>
                  <a:pt x="13990" y="93166"/>
                </a:cubicBezTo>
                <a:lnTo>
                  <a:pt x="2084" y="81260"/>
                </a:lnTo>
                <a:cubicBezTo>
                  <a:pt x="-714" y="78462"/>
                  <a:pt x="-714" y="73938"/>
                  <a:pt x="2084" y="71170"/>
                </a:cubicBezTo>
                <a:cubicBezTo>
                  <a:pt x="4882" y="68401"/>
                  <a:pt x="9406" y="68372"/>
                  <a:pt x="12174" y="71170"/>
                </a:cubicBezTo>
                <a:lnTo>
                  <a:pt x="18068" y="77063"/>
                </a:lnTo>
                <a:lnTo>
                  <a:pt x="29855" y="60216"/>
                </a:lnTo>
                <a:cubicBezTo>
                  <a:pt x="32117" y="56971"/>
                  <a:pt x="36582" y="56197"/>
                  <a:pt x="39797" y="58460"/>
                </a:cubicBezTo>
                <a:close/>
                <a:moveTo>
                  <a:pt x="66675" y="28575"/>
                </a:moveTo>
                <a:cubicBezTo>
                  <a:pt x="66675" y="23306"/>
                  <a:pt x="70931" y="19050"/>
                  <a:pt x="76200" y="19050"/>
                </a:cubicBezTo>
                <a:lnTo>
                  <a:pt x="142875" y="19050"/>
                </a:lnTo>
                <a:cubicBezTo>
                  <a:pt x="148144" y="19050"/>
                  <a:pt x="152400" y="23306"/>
                  <a:pt x="152400" y="28575"/>
                </a:cubicBezTo>
                <a:cubicBezTo>
                  <a:pt x="152400" y="33844"/>
                  <a:pt x="148144" y="38100"/>
                  <a:pt x="142875" y="38100"/>
                </a:cubicBezTo>
                <a:lnTo>
                  <a:pt x="76200" y="38100"/>
                </a:lnTo>
                <a:cubicBezTo>
                  <a:pt x="70931" y="38100"/>
                  <a:pt x="66675" y="33844"/>
                  <a:pt x="66675" y="28575"/>
                </a:cubicBezTo>
                <a:close/>
                <a:moveTo>
                  <a:pt x="66675" y="76200"/>
                </a:moveTo>
                <a:cubicBezTo>
                  <a:pt x="66675" y="70931"/>
                  <a:pt x="70931" y="66675"/>
                  <a:pt x="76200" y="66675"/>
                </a:cubicBezTo>
                <a:lnTo>
                  <a:pt x="142875" y="66675"/>
                </a:lnTo>
                <a:cubicBezTo>
                  <a:pt x="148144" y="66675"/>
                  <a:pt x="152400" y="70931"/>
                  <a:pt x="152400" y="76200"/>
                </a:cubicBezTo>
                <a:cubicBezTo>
                  <a:pt x="152400" y="81469"/>
                  <a:pt x="148144" y="85725"/>
                  <a:pt x="142875" y="85725"/>
                </a:cubicBezTo>
                <a:lnTo>
                  <a:pt x="76200" y="85725"/>
                </a:lnTo>
                <a:cubicBezTo>
                  <a:pt x="70931" y="85725"/>
                  <a:pt x="66675" y="81469"/>
                  <a:pt x="66675" y="76200"/>
                </a:cubicBezTo>
                <a:close/>
                <a:moveTo>
                  <a:pt x="47625" y="123825"/>
                </a:moveTo>
                <a:cubicBezTo>
                  <a:pt x="47625" y="118556"/>
                  <a:pt x="51881" y="114300"/>
                  <a:pt x="57150" y="114300"/>
                </a:cubicBezTo>
                <a:lnTo>
                  <a:pt x="142875" y="114300"/>
                </a:lnTo>
                <a:cubicBezTo>
                  <a:pt x="148144" y="114300"/>
                  <a:pt x="152400" y="118556"/>
                  <a:pt x="152400" y="123825"/>
                </a:cubicBezTo>
                <a:cubicBezTo>
                  <a:pt x="152400" y="129094"/>
                  <a:pt x="148144" y="133350"/>
                  <a:pt x="142875" y="133350"/>
                </a:cubicBezTo>
                <a:lnTo>
                  <a:pt x="57150" y="133350"/>
                </a:lnTo>
                <a:cubicBezTo>
                  <a:pt x="51881" y="133350"/>
                  <a:pt x="47625" y="129094"/>
                  <a:pt x="47625" y="123825"/>
                </a:cubicBezTo>
                <a:close/>
                <a:moveTo>
                  <a:pt x="19050" y="111919"/>
                </a:moveTo>
                <a:cubicBezTo>
                  <a:pt x="25621" y="111919"/>
                  <a:pt x="30956" y="117254"/>
                  <a:pt x="30956" y="123825"/>
                </a:cubicBezTo>
                <a:cubicBezTo>
                  <a:pt x="30956" y="130396"/>
                  <a:pt x="25621" y="135731"/>
                  <a:pt x="19050" y="135731"/>
                </a:cubicBezTo>
                <a:cubicBezTo>
                  <a:pt x="12479" y="135731"/>
                  <a:pt x="7144" y="130396"/>
                  <a:pt x="7144" y="123825"/>
                </a:cubicBezTo>
                <a:cubicBezTo>
                  <a:pt x="7144" y="117254"/>
                  <a:pt x="12479" y="111919"/>
                  <a:pt x="19050" y="111919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19812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Распределение задач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Чёткое разделение зон ответственности по ролям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29050" y="1866900"/>
            <a:ext cx="3143250" cy="914400"/>
          </a:xfrm>
          <a:custGeom>
            <a:avLst/>
            <a:gdLst/>
            <a:ahLst/>
            <a:cxnLst/>
            <a:rect l="l" t="t" r="r" b="b"/>
            <a:pathLst>
              <a:path w="3143250" h="914400">
                <a:moveTo>
                  <a:pt x="76197" y="0"/>
                </a:moveTo>
                <a:lnTo>
                  <a:pt x="3067053" y="0"/>
                </a:lnTo>
                <a:cubicBezTo>
                  <a:pt x="3109135" y="0"/>
                  <a:pt x="3143250" y="34115"/>
                  <a:pt x="3143250" y="76197"/>
                </a:cubicBezTo>
                <a:lnTo>
                  <a:pt x="3143250" y="838203"/>
                </a:lnTo>
                <a:cubicBezTo>
                  <a:pt x="3143250" y="880285"/>
                  <a:pt x="3109135" y="914400"/>
                  <a:pt x="30670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952875" y="20193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14300" y="42863"/>
                </a:moveTo>
                <a:cubicBezTo>
                  <a:pt x="114300" y="71795"/>
                  <a:pt x="88702" y="95250"/>
                  <a:pt x="57150" y="95250"/>
                </a:cubicBezTo>
                <a:cubicBezTo>
                  <a:pt x="49203" y="95250"/>
                  <a:pt x="41642" y="93762"/>
                  <a:pt x="34766" y="91083"/>
                </a:cubicBezTo>
                <a:lnTo>
                  <a:pt x="10478" y="103942"/>
                </a:lnTo>
                <a:cubicBezTo>
                  <a:pt x="7709" y="105400"/>
                  <a:pt x="4316" y="104894"/>
                  <a:pt x="2084" y="102691"/>
                </a:cubicBezTo>
                <a:cubicBezTo>
                  <a:pt x="-149" y="100489"/>
                  <a:pt x="-655" y="97066"/>
                  <a:pt x="833" y="94298"/>
                </a:cubicBezTo>
                <a:lnTo>
                  <a:pt x="11430" y="74295"/>
                </a:lnTo>
                <a:cubicBezTo>
                  <a:pt x="4256" y="65544"/>
                  <a:pt x="0" y="54650"/>
                  <a:pt x="0" y="42863"/>
                </a:cubicBezTo>
                <a:cubicBezTo>
                  <a:pt x="0" y="13930"/>
                  <a:pt x="25598" y="-9525"/>
                  <a:pt x="57150" y="-9525"/>
                </a:cubicBezTo>
                <a:cubicBezTo>
                  <a:pt x="88702" y="-9525"/>
                  <a:pt x="114300" y="13930"/>
                  <a:pt x="114300" y="42863"/>
                </a:cubicBezTo>
                <a:close/>
                <a:moveTo>
                  <a:pt x="114300" y="152400"/>
                </a:moveTo>
                <a:cubicBezTo>
                  <a:pt x="86291" y="152400"/>
                  <a:pt x="62984" y="133916"/>
                  <a:pt x="58103" y="109537"/>
                </a:cubicBezTo>
                <a:cubicBezTo>
                  <a:pt x="93821" y="109091"/>
                  <a:pt x="124867" y="83671"/>
                  <a:pt x="128290" y="49203"/>
                </a:cubicBezTo>
                <a:cubicBezTo>
                  <a:pt x="153085" y="54918"/>
                  <a:pt x="171450" y="75486"/>
                  <a:pt x="171450" y="100013"/>
                </a:cubicBezTo>
                <a:cubicBezTo>
                  <a:pt x="171450" y="111800"/>
                  <a:pt x="167194" y="122694"/>
                  <a:pt x="160020" y="131445"/>
                </a:cubicBezTo>
                <a:lnTo>
                  <a:pt x="170617" y="151448"/>
                </a:lnTo>
                <a:cubicBezTo>
                  <a:pt x="172075" y="154216"/>
                  <a:pt x="171569" y="157609"/>
                  <a:pt x="169366" y="159841"/>
                </a:cubicBezTo>
                <a:cubicBezTo>
                  <a:pt x="167164" y="162074"/>
                  <a:pt x="163741" y="162580"/>
                  <a:pt x="160973" y="161092"/>
                </a:cubicBezTo>
                <a:lnTo>
                  <a:pt x="136684" y="148233"/>
                </a:lnTo>
                <a:cubicBezTo>
                  <a:pt x="129808" y="150912"/>
                  <a:pt x="122247" y="152400"/>
                  <a:pt x="114300" y="15240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4" name="Text 12"/>
          <p:cNvSpPr/>
          <p:nvPr/>
        </p:nvSpPr>
        <p:spPr>
          <a:xfrm>
            <a:off x="4210050" y="19812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Коммуникация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43350" y="2286000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Ежедневные обсуждения прогресса и проблем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1500" y="2895600"/>
            <a:ext cx="3143250" cy="914400"/>
          </a:xfrm>
          <a:custGeom>
            <a:avLst/>
            <a:gdLst/>
            <a:ahLst/>
            <a:cxnLst/>
            <a:rect l="l" t="t" r="r" b="b"/>
            <a:pathLst>
              <a:path w="3143250" h="914400">
                <a:moveTo>
                  <a:pt x="76197" y="0"/>
                </a:moveTo>
                <a:lnTo>
                  <a:pt x="3067053" y="0"/>
                </a:lnTo>
                <a:cubicBezTo>
                  <a:pt x="3109135" y="0"/>
                  <a:pt x="3143250" y="34115"/>
                  <a:pt x="3143250" y="76197"/>
                </a:cubicBezTo>
                <a:lnTo>
                  <a:pt x="3143250" y="838203"/>
                </a:lnTo>
                <a:cubicBezTo>
                  <a:pt x="3143250" y="880285"/>
                  <a:pt x="3109135" y="914400"/>
                  <a:pt x="30670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14375" y="3048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3009900"/>
            <a:ext cx="2276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Совместное проектирование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314700"/>
            <a:ext cx="2981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Совместная работа над схемой БД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29050" y="2895600"/>
            <a:ext cx="3143250" cy="914400"/>
          </a:xfrm>
          <a:custGeom>
            <a:avLst/>
            <a:gdLst/>
            <a:ahLst/>
            <a:cxnLst/>
            <a:rect l="l" t="t" r="r" b="b"/>
            <a:pathLst>
              <a:path w="3143250" h="914400">
                <a:moveTo>
                  <a:pt x="76197" y="0"/>
                </a:moveTo>
                <a:lnTo>
                  <a:pt x="3067053" y="0"/>
                </a:lnTo>
                <a:cubicBezTo>
                  <a:pt x="3109135" y="0"/>
                  <a:pt x="3143250" y="34115"/>
                  <a:pt x="3143250" y="76197"/>
                </a:cubicBezTo>
                <a:lnTo>
                  <a:pt x="3143250" y="838203"/>
                </a:lnTo>
                <a:cubicBezTo>
                  <a:pt x="3143250" y="880285"/>
                  <a:pt x="3109135" y="914400"/>
                  <a:pt x="306705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1" name="Shape 19"/>
          <p:cNvSpPr/>
          <p:nvPr/>
        </p:nvSpPr>
        <p:spPr>
          <a:xfrm>
            <a:off x="3952875" y="30480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57150" y="28575"/>
                </a:moveTo>
                <a:cubicBezTo>
                  <a:pt x="57150" y="12799"/>
                  <a:pt x="69949" y="0"/>
                  <a:pt x="85725" y="0"/>
                </a:cubicBezTo>
                <a:cubicBezTo>
                  <a:pt x="101501" y="0"/>
                  <a:pt x="114300" y="12799"/>
                  <a:pt x="114300" y="28575"/>
                </a:cubicBezTo>
                <a:lnTo>
                  <a:pt x="114300" y="29647"/>
                </a:lnTo>
                <a:cubicBezTo>
                  <a:pt x="114300" y="34320"/>
                  <a:pt x="110520" y="38100"/>
                  <a:pt x="105847" y="38100"/>
                </a:cubicBezTo>
                <a:lnTo>
                  <a:pt x="65633" y="38100"/>
                </a:lnTo>
                <a:cubicBezTo>
                  <a:pt x="60960" y="38100"/>
                  <a:pt x="57180" y="34320"/>
                  <a:pt x="57180" y="29647"/>
                </a:cubicBezTo>
                <a:lnTo>
                  <a:pt x="57180" y="28575"/>
                </a:lnTo>
                <a:close/>
                <a:moveTo>
                  <a:pt x="160020" y="32385"/>
                </a:moveTo>
                <a:cubicBezTo>
                  <a:pt x="163175" y="36582"/>
                  <a:pt x="162312" y="42565"/>
                  <a:pt x="158115" y="45720"/>
                </a:cubicBezTo>
                <a:lnTo>
                  <a:pt x="129004" y="67538"/>
                </a:lnTo>
                <a:cubicBezTo>
                  <a:pt x="130582" y="70187"/>
                  <a:pt x="131772" y="73104"/>
                  <a:pt x="132517" y="76200"/>
                </a:cubicBezTo>
                <a:lnTo>
                  <a:pt x="161925" y="76200"/>
                </a:lnTo>
                <a:cubicBezTo>
                  <a:pt x="167194" y="76200"/>
                  <a:pt x="171450" y="80456"/>
                  <a:pt x="171450" y="85725"/>
                </a:cubicBezTo>
                <a:cubicBezTo>
                  <a:pt x="171450" y="90994"/>
                  <a:pt x="167194" y="95250"/>
                  <a:pt x="161925" y="95250"/>
                </a:cubicBezTo>
                <a:lnTo>
                  <a:pt x="133350" y="95250"/>
                </a:lnTo>
                <a:lnTo>
                  <a:pt x="133350" y="104775"/>
                </a:lnTo>
                <a:cubicBezTo>
                  <a:pt x="133350" y="105549"/>
                  <a:pt x="133320" y="106353"/>
                  <a:pt x="133290" y="107126"/>
                </a:cubicBezTo>
                <a:lnTo>
                  <a:pt x="158115" y="125730"/>
                </a:lnTo>
                <a:cubicBezTo>
                  <a:pt x="162312" y="128885"/>
                  <a:pt x="163175" y="134868"/>
                  <a:pt x="160020" y="139065"/>
                </a:cubicBezTo>
                <a:cubicBezTo>
                  <a:pt x="156865" y="143262"/>
                  <a:pt x="150882" y="144125"/>
                  <a:pt x="146685" y="140970"/>
                </a:cubicBezTo>
                <a:lnTo>
                  <a:pt x="127903" y="126891"/>
                </a:lnTo>
                <a:cubicBezTo>
                  <a:pt x="120997" y="140047"/>
                  <a:pt x="108109" y="149572"/>
                  <a:pt x="92869" y="151864"/>
                </a:cubicBezTo>
                <a:lnTo>
                  <a:pt x="92869" y="83344"/>
                </a:lnTo>
                <a:cubicBezTo>
                  <a:pt x="92869" y="79385"/>
                  <a:pt x="89684" y="76200"/>
                  <a:pt x="85725" y="76200"/>
                </a:cubicBezTo>
                <a:cubicBezTo>
                  <a:pt x="81766" y="76200"/>
                  <a:pt x="78581" y="79385"/>
                  <a:pt x="78581" y="83344"/>
                </a:cubicBezTo>
                <a:lnTo>
                  <a:pt x="78581" y="151864"/>
                </a:lnTo>
                <a:cubicBezTo>
                  <a:pt x="63341" y="149572"/>
                  <a:pt x="50453" y="140047"/>
                  <a:pt x="43547" y="126891"/>
                </a:cubicBezTo>
                <a:lnTo>
                  <a:pt x="24765" y="140970"/>
                </a:lnTo>
                <a:cubicBezTo>
                  <a:pt x="20568" y="144125"/>
                  <a:pt x="14585" y="143262"/>
                  <a:pt x="11430" y="139065"/>
                </a:cubicBezTo>
                <a:cubicBezTo>
                  <a:pt x="8275" y="134868"/>
                  <a:pt x="9138" y="128885"/>
                  <a:pt x="13335" y="125730"/>
                </a:cubicBezTo>
                <a:lnTo>
                  <a:pt x="38160" y="107126"/>
                </a:lnTo>
                <a:cubicBezTo>
                  <a:pt x="38130" y="106353"/>
                  <a:pt x="38100" y="105579"/>
                  <a:pt x="38100" y="104775"/>
                </a:cubicBezTo>
                <a:lnTo>
                  <a:pt x="38100" y="95250"/>
                </a:lnTo>
                <a:lnTo>
                  <a:pt x="9525" y="95250"/>
                </a:lnTo>
                <a:cubicBezTo>
                  <a:pt x="4256" y="95250"/>
                  <a:pt x="0" y="90994"/>
                  <a:pt x="0" y="85725"/>
                </a:cubicBezTo>
                <a:cubicBezTo>
                  <a:pt x="0" y="80456"/>
                  <a:pt x="4256" y="76200"/>
                  <a:pt x="9525" y="76200"/>
                </a:cubicBezTo>
                <a:lnTo>
                  <a:pt x="38933" y="76200"/>
                </a:lnTo>
                <a:cubicBezTo>
                  <a:pt x="39678" y="73104"/>
                  <a:pt x="40868" y="70187"/>
                  <a:pt x="42446" y="67538"/>
                </a:cubicBezTo>
                <a:lnTo>
                  <a:pt x="13335" y="45720"/>
                </a:lnTo>
                <a:cubicBezTo>
                  <a:pt x="9138" y="42565"/>
                  <a:pt x="8275" y="36582"/>
                  <a:pt x="11430" y="32385"/>
                </a:cubicBezTo>
                <a:cubicBezTo>
                  <a:pt x="14585" y="28188"/>
                  <a:pt x="20568" y="27325"/>
                  <a:pt x="24765" y="30480"/>
                </a:cubicBezTo>
                <a:lnTo>
                  <a:pt x="57150" y="54769"/>
                </a:lnTo>
                <a:cubicBezTo>
                  <a:pt x="60811" y="53251"/>
                  <a:pt x="64830" y="52388"/>
                  <a:pt x="69056" y="52388"/>
                </a:cubicBezTo>
                <a:lnTo>
                  <a:pt x="102394" y="52388"/>
                </a:lnTo>
                <a:cubicBezTo>
                  <a:pt x="106620" y="52388"/>
                  <a:pt x="110639" y="53221"/>
                  <a:pt x="114300" y="54769"/>
                </a:cubicBezTo>
                <a:lnTo>
                  <a:pt x="146685" y="30480"/>
                </a:lnTo>
                <a:cubicBezTo>
                  <a:pt x="150882" y="27325"/>
                  <a:pt x="156865" y="28188"/>
                  <a:pt x="160020" y="32385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22" name="Text 20"/>
          <p:cNvSpPr/>
          <p:nvPr/>
        </p:nvSpPr>
        <p:spPr>
          <a:xfrm>
            <a:off x="4210050" y="30099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Тестирование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43350" y="3314700"/>
            <a:ext cx="29813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Цикл: тестирование → баг-репорт → исправление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1000" y="4171950"/>
            <a:ext cx="6781800" cy="1428750"/>
          </a:xfrm>
          <a:custGeom>
            <a:avLst/>
            <a:gdLst/>
            <a:ahLst/>
            <a:cxnLst/>
            <a:rect l="l" t="t" r="r" b="b"/>
            <a:pathLst>
              <a:path w="6781800" h="1428750">
                <a:moveTo>
                  <a:pt x="38100" y="0"/>
                </a:moveTo>
                <a:lnTo>
                  <a:pt x="6743700" y="0"/>
                </a:lnTo>
                <a:cubicBezTo>
                  <a:pt x="6764742" y="0"/>
                  <a:pt x="6781800" y="17058"/>
                  <a:pt x="6781800" y="38100"/>
                </a:cubicBezTo>
                <a:lnTo>
                  <a:pt x="6781800" y="1314450"/>
                </a:lnTo>
                <a:cubicBezTo>
                  <a:pt x="6781800" y="1377534"/>
                  <a:pt x="6730584" y="1428750"/>
                  <a:pt x="6667500" y="1428750"/>
                </a:cubicBezTo>
                <a:lnTo>
                  <a:pt x="114300" y="1428750"/>
                </a:lnTo>
                <a:cubicBezTo>
                  <a:pt x="51216" y="1428750"/>
                  <a:pt x="0" y="1377534"/>
                  <a:pt x="0" y="13144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1000" y="4171950"/>
            <a:ext cx="6781800" cy="38100"/>
          </a:xfrm>
          <a:custGeom>
            <a:avLst/>
            <a:gdLst/>
            <a:ahLst/>
            <a:cxnLst/>
            <a:rect l="l" t="t" r="r" b="b"/>
            <a:pathLst>
              <a:path w="6781800" h="38100">
                <a:moveTo>
                  <a:pt x="38100" y="0"/>
                </a:moveTo>
                <a:lnTo>
                  <a:pt x="6743700" y="0"/>
                </a:lnTo>
                <a:cubicBezTo>
                  <a:pt x="6764728" y="0"/>
                  <a:pt x="6781800" y="17072"/>
                  <a:pt x="6781800" y="38100"/>
                </a:cubicBezTo>
                <a:lnTo>
                  <a:pt x="67818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26" name="Shape 24"/>
          <p:cNvSpPr/>
          <p:nvPr/>
        </p:nvSpPr>
        <p:spPr>
          <a:xfrm>
            <a:off x="583406" y="44196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81" y="36128"/>
                </a:moveTo>
                <a:lnTo>
                  <a:pt x="83381" y="54583"/>
                </a:lnTo>
                <a:lnTo>
                  <a:pt x="83567" y="54769"/>
                </a:lnTo>
                <a:cubicBezTo>
                  <a:pt x="85985" y="24110"/>
                  <a:pt x="111621" y="0"/>
                  <a:pt x="142912" y="0"/>
                </a:cubicBezTo>
                <a:cubicBezTo>
                  <a:pt x="150391" y="0"/>
                  <a:pt x="157572" y="1377"/>
                  <a:pt x="164157" y="3907"/>
                </a:cubicBezTo>
                <a:cubicBezTo>
                  <a:pt x="167878" y="5321"/>
                  <a:pt x="168548" y="10046"/>
                  <a:pt x="165757" y="12874"/>
                </a:cubicBezTo>
                <a:lnTo>
                  <a:pt x="132755" y="45876"/>
                </a:lnTo>
                <a:cubicBezTo>
                  <a:pt x="131638" y="46992"/>
                  <a:pt x="131006" y="48518"/>
                  <a:pt x="131006" y="50081"/>
                </a:cubicBezTo>
                <a:lnTo>
                  <a:pt x="131006" y="65484"/>
                </a:lnTo>
                <a:cubicBezTo>
                  <a:pt x="131006" y="68759"/>
                  <a:pt x="133685" y="71438"/>
                  <a:pt x="136959" y="71438"/>
                </a:cubicBezTo>
                <a:lnTo>
                  <a:pt x="152363" y="71438"/>
                </a:lnTo>
                <a:cubicBezTo>
                  <a:pt x="153925" y="71438"/>
                  <a:pt x="155451" y="70805"/>
                  <a:pt x="156567" y="69689"/>
                </a:cubicBezTo>
                <a:lnTo>
                  <a:pt x="189570" y="36686"/>
                </a:lnTo>
                <a:cubicBezTo>
                  <a:pt x="192398" y="33858"/>
                  <a:pt x="197123" y="34565"/>
                  <a:pt x="198537" y="38286"/>
                </a:cubicBezTo>
                <a:cubicBezTo>
                  <a:pt x="201067" y="44872"/>
                  <a:pt x="202443" y="52053"/>
                  <a:pt x="202443" y="59531"/>
                </a:cubicBezTo>
                <a:cubicBezTo>
                  <a:pt x="202443" y="82079"/>
                  <a:pt x="189905" y="101724"/>
                  <a:pt x="171376" y="111807"/>
                </a:cubicBezTo>
                <a:lnTo>
                  <a:pt x="201699" y="142131"/>
                </a:lnTo>
                <a:cubicBezTo>
                  <a:pt x="208657" y="149089"/>
                  <a:pt x="208657" y="160400"/>
                  <a:pt x="201699" y="167394"/>
                </a:cubicBezTo>
                <a:lnTo>
                  <a:pt x="179338" y="189756"/>
                </a:lnTo>
                <a:cubicBezTo>
                  <a:pt x="172380" y="196714"/>
                  <a:pt x="161069" y="196714"/>
                  <a:pt x="154074" y="189756"/>
                </a:cubicBezTo>
                <a:lnTo>
                  <a:pt x="107193" y="142875"/>
                </a:lnTo>
                <a:cubicBezTo>
                  <a:pt x="96999" y="132680"/>
                  <a:pt x="94692" y="117611"/>
                  <a:pt x="100310" y="105184"/>
                </a:cubicBezTo>
                <a:lnTo>
                  <a:pt x="66563" y="71438"/>
                </a:lnTo>
                <a:lnTo>
                  <a:pt x="48109" y="71438"/>
                </a:lnTo>
                <a:cubicBezTo>
                  <a:pt x="44128" y="71438"/>
                  <a:pt x="40407" y="69466"/>
                  <a:pt x="38212" y="66154"/>
                </a:cubicBezTo>
                <a:lnTo>
                  <a:pt x="8706" y="21915"/>
                </a:lnTo>
                <a:cubicBezTo>
                  <a:pt x="7144" y="19571"/>
                  <a:pt x="7441" y="16408"/>
                  <a:pt x="9451" y="14399"/>
                </a:cubicBezTo>
                <a:lnTo>
                  <a:pt x="26343" y="-2493"/>
                </a:lnTo>
                <a:cubicBezTo>
                  <a:pt x="28352" y="-4502"/>
                  <a:pt x="31477" y="-4800"/>
                  <a:pt x="33858" y="-3237"/>
                </a:cubicBezTo>
                <a:lnTo>
                  <a:pt x="78098" y="26231"/>
                </a:lnTo>
                <a:cubicBezTo>
                  <a:pt x="81409" y="28426"/>
                  <a:pt x="83381" y="32147"/>
                  <a:pt x="83381" y="36128"/>
                </a:cubicBezTo>
                <a:close/>
                <a:moveTo>
                  <a:pt x="80218" y="110356"/>
                </a:moveTo>
                <a:cubicBezTo>
                  <a:pt x="77874" y="124123"/>
                  <a:pt x="81111" y="138671"/>
                  <a:pt x="90041" y="150316"/>
                </a:cubicBezTo>
                <a:lnTo>
                  <a:pt x="54694" y="185626"/>
                </a:lnTo>
                <a:cubicBezTo>
                  <a:pt x="44239" y="196081"/>
                  <a:pt x="27273" y="196081"/>
                  <a:pt x="16818" y="185626"/>
                </a:cubicBezTo>
                <a:cubicBezTo>
                  <a:pt x="6362" y="175171"/>
                  <a:pt x="6362" y="158204"/>
                  <a:pt x="16818" y="147749"/>
                </a:cubicBezTo>
                <a:lnTo>
                  <a:pt x="67196" y="97371"/>
                </a:lnTo>
                <a:lnTo>
                  <a:pt x="80218" y="110393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7" name="Text 25"/>
          <p:cNvSpPr/>
          <p:nvPr/>
        </p:nvSpPr>
        <p:spPr>
          <a:xfrm>
            <a:off x="809625" y="4381500"/>
            <a:ext cx="625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1500" y="4800600"/>
            <a:ext cx="2057400" cy="609600"/>
          </a:xfrm>
          <a:custGeom>
            <a:avLst/>
            <a:gdLst/>
            <a:ahLst/>
            <a:cxnLst/>
            <a:rect l="l" t="t" r="r" b="b"/>
            <a:pathLst>
              <a:path w="2057400" h="609600">
                <a:moveTo>
                  <a:pt x="76200" y="0"/>
                </a:moveTo>
                <a:lnTo>
                  <a:pt x="1981200" y="0"/>
                </a:lnTo>
                <a:cubicBezTo>
                  <a:pt x="2023256" y="0"/>
                  <a:pt x="2057400" y="34144"/>
                  <a:pt x="2057400" y="76200"/>
                </a:cubicBezTo>
                <a:lnTo>
                  <a:pt x="2057400" y="533400"/>
                </a:lnTo>
                <a:cubicBezTo>
                  <a:pt x="2057400" y="575456"/>
                  <a:pt x="2023256" y="609600"/>
                  <a:pt x="19812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29" name="Shape 27"/>
          <p:cNvSpPr/>
          <p:nvPr/>
        </p:nvSpPr>
        <p:spPr>
          <a:xfrm>
            <a:off x="714375" y="4991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7644" y="177433"/>
                </a:moveTo>
                <a:cubicBezTo>
                  <a:pt x="77644" y="178326"/>
                  <a:pt x="76617" y="179040"/>
                  <a:pt x="75322" y="179040"/>
                </a:cubicBezTo>
                <a:cubicBezTo>
                  <a:pt x="73849" y="179174"/>
                  <a:pt x="72822" y="178460"/>
                  <a:pt x="72822" y="177433"/>
                </a:cubicBezTo>
                <a:cubicBezTo>
                  <a:pt x="72822" y="176540"/>
                  <a:pt x="73849" y="175826"/>
                  <a:pt x="75143" y="175826"/>
                </a:cubicBezTo>
                <a:cubicBezTo>
                  <a:pt x="76483" y="175692"/>
                  <a:pt x="77644" y="176406"/>
                  <a:pt x="77644" y="177433"/>
                </a:cubicBezTo>
                <a:close/>
                <a:moveTo>
                  <a:pt x="63758" y="175424"/>
                </a:moveTo>
                <a:cubicBezTo>
                  <a:pt x="63445" y="176317"/>
                  <a:pt x="64338" y="177344"/>
                  <a:pt x="65678" y="177611"/>
                </a:cubicBezTo>
                <a:cubicBezTo>
                  <a:pt x="66839" y="178058"/>
                  <a:pt x="68178" y="177611"/>
                  <a:pt x="68446" y="176719"/>
                </a:cubicBezTo>
                <a:cubicBezTo>
                  <a:pt x="68714" y="175826"/>
                  <a:pt x="67866" y="174799"/>
                  <a:pt x="66526" y="174397"/>
                </a:cubicBezTo>
                <a:cubicBezTo>
                  <a:pt x="65365" y="174084"/>
                  <a:pt x="64071" y="174531"/>
                  <a:pt x="63758" y="175424"/>
                </a:cubicBezTo>
                <a:close/>
                <a:moveTo>
                  <a:pt x="83493" y="174665"/>
                </a:moveTo>
                <a:cubicBezTo>
                  <a:pt x="82198" y="174977"/>
                  <a:pt x="81305" y="175826"/>
                  <a:pt x="81439" y="176852"/>
                </a:cubicBezTo>
                <a:cubicBezTo>
                  <a:pt x="81573" y="177745"/>
                  <a:pt x="82734" y="178326"/>
                  <a:pt x="84073" y="178013"/>
                </a:cubicBezTo>
                <a:cubicBezTo>
                  <a:pt x="85368" y="177701"/>
                  <a:pt x="86261" y="176852"/>
                  <a:pt x="86127" y="175959"/>
                </a:cubicBezTo>
                <a:cubicBezTo>
                  <a:pt x="85993" y="175111"/>
                  <a:pt x="84787" y="174531"/>
                  <a:pt x="83493" y="174665"/>
                </a:cubicBezTo>
                <a:close/>
                <a:moveTo>
                  <a:pt x="112871" y="3572"/>
                </a:moveTo>
                <a:cubicBezTo>
                  <a:pt x="50944" y="3572"/>
                  <a:pt x="3572" y="50587"/>
                  <a:pt x="3572" y="112514"/>
                </a:cubicBezTo>
                <a:cubicBezTo>
                  <a:pt x="3572" y="162029"/>
                  <a:pt x="34736" y="204401"/>
                  <a:pt x="79251" y="219313"/>
                </a:cubicBezTo>
                <a:cubicBezTo>
                  <a:pt x="84966" y="220340"/>
                  <a:pt x="86975" y="216813"/>
                  <a:pt x="86975" y="213911"/>
                </a:cubicBezTo>
                <a:cubicBezTo>
                  <a:pt x="86975" y="211142"/>
                  <a:pt x="86841" y="195873"/>
                  <a:pt x="86841" y="186497"/>
                </a:cubicBezTo>
                <a:cubicBezTo>
                  <a:pt x="86841" y="186497"/>
                  <a:pt x="55587" y="193194"/>
                  <a:pt x="49024" y="173191"/>
                </a:cubicBezTo>
                <a:cubicBezTo>
                  <a:pt x="49024" y="173191"/>
                  <a:pt x="43934" y="160199"/>
                  <a:pt x="36612" y="156850"/>
                </a:cubicBezTo>
                <a:cubicBezTo>
                  <a:pt x="36612" y="156850"/>
                  <a:pt x="26387" y="149840"/>
                  <a:pt x="37326" y="149974"/>
                </a:cubicBezTo>
                <a:cubicBezTo>
                  <a:pt x="37326" y="149974"/>
                  <a:pt x="48444" y="150867"/>
                  <a:pt x="54560" y="161493"/>
                </a:cubicBezTo>
                <a:cubicBezTo>
                  <a:pt x="64338" y="178728"/>
                  <a:pt x="80724" y="173772"/>
                  <a:pt x="87109" y="170825"/>
                </a:cubicBezTo>
                <a:cubicBezTo>
                  <a:pt x="88136" y="163681"/>
                  <a:pt x="91038" y="158725"/>
                  <a:pt x="94253" y="155778"/>
                </a:cubicBezTo>
                <a:cubicBezTo>
                  <a:pt x="69294" y="153010"/>
                  <a:pt x="44113" y="149394"/>
                  <a:pt x="44113" y="106442"/>
                </a:cubicBezTo>
                <a:cubicBezTo>
                  <a:pt x="44113" y="94164"/>
                  <a:pt x="47506" y="88002"/>
                  <a:pt x="54650" y="80144"/>
                </a:cubicBezTo>
                <a:cubicBezTo>
                  <a:pt x="53489" y="77242"/>
                  <a:pt x="49694" y="65276"/>
                  <a:pt x="55811" y="49828"/>
                </a:cubicBezTo>
                <a:cubicBezTo>
                  <a:pt x="65142" y="46926"/>
                  <a:pt x="86618" y="61883"/>
                  <a:pt x="86618" y="61883"/>
                </a:cubicBezTo>
                <a:cubicBezTo>
                  <a:pt x="95548" y="59382"/>
                  <a:pt x="105147" y="58088"/>
                  <a:pt x="114657" y="58088"/>
                </a:cubicBezTo>
                <a:cubicBezTo>
                  <a:pt x="124167" y="58088"/>
                  <a:pt x="133767" y="59382"/>
                  <a:pt x="142696" y="61883"/>
                </a:cubicBezTo>
                <a:cubicBezTo>
                  <a:pt x="142696" y="61883"/>
                  <a:pt x="164172" y="46881"/>
                  <a:pt x="173504" y="49828"/>
                </a:cubicBezTo>
                <a:cubicBezTo>
                  <a:pt x="179621" y="65321"/>
                  <a:pt x="175826" y="77242"/>
                  <a:pt x="174665" y="80144"/>
                </a:cubicBezTo>
                <a:cubicBezTo>
                  <a:pt x="181808" y="88047"/>
                  <a:pt x="186184" y="94208"/>
                  <a:pt x="186184" y="106442"/>
                </a:cubicBezTo>
                <a:cubicBezTo>
                  <a:pt x="186184" y="149528"/>
                  <a:pt x="159886" y="152966"/>
                  <a:pt x="134928" y="155778"/>
                </a:cubicBezTo>
                <a:cubicBezTo>
                  <a:pt x="139035" y="159306"/>
                  <a:pt x="142518" y="166003"/>
                  <a:pt x="142518" y="176495"/>
                </a:cubicBezTo>
                <a:cubicBezTo>
                  <a:pt x="142518" y="191542"/>
                  <a:pt x="142384" y="210160"/>
                  <a:pt x="142384" y="213821"/>
                </a:cubicBezTo>
                <a:cubicBezTo>
                  <a:pt x="142384" y="216724"/>
                  <a:pt x="144438" y="220251"/>
                  <a:pt x="150108" y="219224"/>
                </a:cubicBezTo>
                <a:cubicBezTo>
                  <a:pt x="194756" y="204401"/>
                  <a:pt x="225028" y="162029"/>
                  <a:pt x="225028" y="112514"/>
                </a:cubicBezTo>
                <a:cubicBezTo>
                  <a:pt x="225028" y="50587"/>
                  <a:pt x="174799" y="3572"/>
                  <a:pt x="112871" y="3572"/>
                </a:cubicBezTo>
                <a:close/>
                <a:moveTo>
                  <a:pt x="46970" y="157564"/>
                </a:moveTo>
                <a:cubicBezTo>
                  <a:pt x="46390" y="158011"/>
                  <a:pt x="46524" y="159038"/>
                  <a:pt x="47283" y="159886"/>
                </a:cubicBezTo>
                <a:cubicBezTo>
                  <a:pt x="47997" y="160600"/>
                  <a:pt x="49024" y="160913"/>
                  <a:pt x="49604" y="160333"/>
                </a:cubicBezTo>
                <a:cubicBezTo>
                  <a:pt x="50185" y="159886"/>
                  <a:pt x="50051" y="158859"/>
                  <a:pt x="49292" y="158011"/>
                </a:cubicBezTo>
                <a:cubicBezTo>
                  <a:pt x="48578" y="157296"/>
                  <a:pt x="47551" y="156984"/>
                  <a:pt x="46970" y="157564"/>
                </a:cubicBezTo>
                <a:close/>
                <a:moveTo>
                  <a:pt x="42148" y="153948"/>
                </a:moveTo>
                <a:cubicBezTo>
                  <a:pt x="41836" y="154528"/>
                  <a:pt x="42282" y="155243"/>
                  <a:pt x="43175" y="155689"/>
                </a:cubicBezTo>
                <a:cubicBezTo>
                  <a:pt x="43889" y="156136"/>
                  <a:pt x="44782" y="156002"/>
                  <a:pt x="45095" y="155377"/>
                </a:cubicBezTo>
                <a:cubicBezTo>
                  <a:pt x="45407" y="154796"/>
                  <a:pt x="44961" y="154082"/>
                  <a:pt x="44068" y="153635"/>
                </a:cubicBezTo>
                <a:cubicBezTo>
                  <a:pt x="43175" y="153367"/>
                  <a:pt x="42461" y="153501"/>
                  <a:pt x="42148" y="153948"/>
                </a:cubicBezTo>
                <a:close/>
                <a:moveTo>
                  <a:pt x="56614" y="169843"/>
                </a:moveTo>
                <a:cubicBezTo>
                  <a:pt x="55900" y="170423"/>
                  <a:pt x="56168" y="171763"/>
                  <a:pt x="57195" y="172611"/>
                </a:cubicBezTo>
                <a:cubicBezTo>
                  <a:pt x="58222" y="173638"/>
                  <a:pt x="59516" y="173772"/>
                  <a:pt x="60097" y="173057"/>
                </a:cubicBezTo>
                <a:cubicBezTo>
                  <a:pt x="60677" y="172477"/>
                  <a:pt x="60409" y="171137"/>
                  <a:pt x="59516" y="170289"/>
                </a:cubicBezTo>
                <a:cubicBezTo>
                  <a:pt x="58534" y="169262"/>
                  <a:pt x="57195" y="169128"/>
                  <a:pt x="56614" y="169843"/>
                </a:cubicBezTo>
                <a:close/>
                <a:moveTo>
                  <a:pt x="51524" y="163279"/>
                </a:moveTo>
                <a:cubicBezTo>
                  <a:pt x="50810" y="163726"/>
                  <a:pt x="50810" y="164887"/>
                  <a:pt x="51524" y="165914"/>
                </a:cubicBezTo>
                <a:cubicBezTo>
                  <a:pt x="52239" y="166941"/>
                  <a:pt x="53444" y="167387"/>
                  <a:pt x="54025" y="166941"/>
                </a:cubicBezTo>
                <a:cubicBezTo>
                  <a:pt x="54739" y="166360"/>
                  <a:pt x="54739" y="165199"/>
                  <a:pt x="54025" y="164172"/>
                </a:cubicBezTo>
                <a:cubicBezTo>
                  <a:pt x="53400" y="163145"/>
                  <a:pt x="52239" y="162699"/>
                  <a:pt x="51524" y="163279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30" name="Text 28"/>
          <p:cNvSpPr/>
          <p:nvPr/>
        </p:nvSpPr>
        <p:spPr>
          <a:xfrm>
            <a:off x="1085850" y="4914900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5850" y="514350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Контроль версий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743200" y="4800600"/>
            <a:ext cx="2057400" cy="609600"/>
          </a:xfrm>
          <a:custGeom>
            <a:avLst/>
            <a:gdLst/>
            <a:ahLst/>
            <a:cxnLst/>
            <a:rect l="l" t="t" r="r" b="b"/>
            <a:pathLst>
              <a:path w="2057400" h="609600">
                <a:moveTo>
                  <a:pt x="76200" y="0"/>
                </a:moveTo>
                <a:lnTo>
                  <a:pt x="1981200" y="0"/>
                </a:lnTo>
                <a:cubicBezTo>
                  <a:pt x="2023256" y="0"/>
                  <a:pt x="2057400" y="34144"/>
                  <a:pt x="2057400" y="76200"/>
                </a:cubicBezTo>
                <a:lnTo>
                  <a:pt x="2057400" y="533400"/>
                </a:lnTo>
                <a:cubicBezTo>
                  <a:pt x="2057400" y="575456"/>
                  <a:pt x="2023256" y="609600"/>
                  <a:pt x="19812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3" name="Shape 31"/>
          <p:cNvSpPr/>
          <p:nvPr/>
        </p:nvSpPr>
        <p:spPr>
          <a:xfrm>
            <a:off x="2886075" y="4991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1358" y="140598"/>
                </a:moveTo>
                <a:lnTo>
                  <a:pt x="78313" y="14288"/>
                </a:lnTo>
                <a:lnTo>
                  <a:pt x="150287" y="14288"/>
                </a:lnTo>
                <a:lnTo>
                  <a:pt x="223331" y="140598"/>
                </a:lnTo>
                <a:lnTo>
                  <a:pt x="151358" y="140598"/>
                </a:lnTo>
                <a:close/>
                <a:moveTo>
                  <a:pt x="89967" y="151135"/>
                </a:moveTo>
                <a:lnTo>
                  <a:pt x="53980" y="214313"/>
                </a:lnTo>
                <a:lnTo>
                  <a:pt x="192613" y="214313"/>
                </a:lnTo>
                <a:lnTo>
                  <a:pt x="228600" y="151135"/>
                </a:lnTo>
                <a:lnTo>
                  <a:pt x="89967" y="151135"/>
                </a:lnTo>
                <a:close/>
                <a:moveTo>
                  <a:pt x="68803" y="30093"/>
                </a:moveTo>
                <a:lnTo>
                  <a:pt x="0" y="151135"/>
                </a:lnTo>
                <a:lnTo>
                  <a:pt x="35987" y="214313"/>
                </a:lnTo>
                <a:lnTo>
                  <a:pt x="105817" y="93226"/>
                </a:lnTo>
                <a:lnTo>
                  <a:pt x="68803" y="30093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34" name="Text 32"/>
          <p:cNvSpPr/>
          <p:nvPr/>
        </p:nvSpPr>
        <p:spPr>
          <a:xfrm>
            <a:off x="3257550" y="4914900"/>
            <a:ext cx="933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Google Drive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57550" y="514350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Документация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14900" y="4800600"/>
            <a:ext cx="2057400" cy="609600"/>
          </a:xfrm>
          <a:custGeom>
            <a:avLst/>
            <a:gdLst/>
            <a:ahLst/>
            <a:cxnLst/>
            <a:rect l="l" t="t" r="r" b="b"/>
            <a:pathLst>
              <a:path w="2057400" h="609600">
                <a:moveTo>
                  <a:pt x="76200" y="0"/>
                </a:moveTo>
                <a:lnTo>
                  <a:pt x="1981200" y="0"/>
                </a:lnTo>
                <a:cubicBezTo>
                  <a:pt x="2023256" y="0"/>
                  <a:pt x="2057400" y="34144"/>
                  <a:pt x="2057400" y="76200"/>
                </a:cubicBezTo>
                <a:lnTo>
                  <a:pt x="2057400" y="533400"/>
                </a:lnTo>
                <a:cubicBezTo>
                  <a:pt x="2057400" y="575456"/>
                  <a:pt x="2023256" y="609600"/>
                  <a:pt x="19812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37" name="Shape 35"/>
          <p:cNvSpPr/>
          <p:nvPr/>
        </p:nvSpPr>
        <p:spPr>
          <a:xfrm>
            <a:off x="5086350" y="4991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6251" y="42773"/>
                </a:moveTo>
                <a:cubicBezTo>
                  <a:pt x="6251" y="19154"/>
                  <a:pt x="25405" y="0"/>
                  <a:pt x="49024" y="0"/>
                </a:cubicBezTo>
                <a:lnTo>
                  <a:pt x="122426" y="0"/>
                </a:lnTo>
                <a:cubicBezTo>
                  <a:pt x="146045" y="0"/>
                  <a:pt x="165199" y="19154"/>
                  <a:pt x="165199" y="42773"/>
                </a:cubicBezTo>
                <a:cubicBezTo>
                  <a:pt x="165199" y="57730"/>
                  <a:pt x="157520" y="70902"/>
                  <a:pt x="145911" y="78537"/>
                </a:cubicBezTo>
                <a:cubicBezTo>
                  <a:pt x="157520" y="86171"/>
                  <a:pt x="165199" y="99343"/>
                  <a:pt x="165199" y="114300"/>
                </a:cubicBezTo>
                <a:cubicBezTo>
                  <a:pt x="165199" y="137919"/>
                  <a:pt x="146045" y="157073"/>
                  <a:pt x="122426" y="157073"/>
                </a:cubicBezTo>
                <a:lnTo>
                  <a:pt x="121488" y="157073"/>
                </a:lnTo>
                <a:cubicBezTo>
                  <a:pt x="110416" y="157073"/>
                  <a:pt x="100325" y="152876"/>
                  <a:pt x="92735" y="145956"/>
                </a:cubicBezTo>
                <a:lnTo>
                  <a:pt x="92735" y="185380"/>
                </a:lnTo>
                <a:cubicBezTo>
                  <a:pt x="92735" y="209312"/>
                  <a:pt x="73089" y="228600"/>
                  <a:pt x="49247" y="228600"/>
                </a:cubicBezTo>
                <a:cubicBezTo>
                  <a:pt x="25673" y="228600"/>
                  <a:pt x="6251" y="209490"/>
                  <a:pt x="6251" y="185827"/>
                </a:cubicBezTo>
                <a:cubicBezTo>
                  <a:pt x="6251" y="170870"/>
                  <a:pt x="13930" y="157698"/>
                  <a:pt x="25539" y="150063"/>
                </a:cubicBezTo>
                <a:cubicBezTo>
                  <a:pt x="13930" y="142429"/>
                  <a:pt x="6251" y="129257"/>
                  <a:pt x="6251" y="114300"/>
                </a:cubicBezTo>
                <a:cubicBezTo>
                  <a:pt x="6251" y="99343"/>
                  <a:pt x="13930" y="86171"/>
                  <a:pt x="25539" y="78537"/>
                </a:cubicBezTo>
                <a:cubicBezTo>
                  <a:pt x="13930" y="70902"/>
                  <a:pt x="6251" y="57730"/>
                  <a:pt x="6251" y="42773"/>
                </a:cubicBezTo>
                <a:close/>
                <a:moveTo>
                  <a:pt x="78715" y="85546"/>
                </a:moveTo>
                <a:lnTo>
                  <a:pt x="49024" y="85546"/>
                </a:lnTo>
                <a:cubicBezTo>
                  <a:pt x="33129" y="85546"/>
                  <a:pt x="20270" y="98405"/>
                  <a:pt x="20270" y="114300"/>
                </a:cubicBezTo>
                <a:cubicBezTo>
                  <a:pt x="20270" y="130106"/>
                  <a:pt x="33040" y="142964"/>
                  <a:pt x="48845" y="143054"/>
                </a:cubicBezTo>
                <a:lnTo>
                  <a:pt x="78715" y="143054"/>
                </a:lnTo>
                <a:lnTo>
                  <a:pt x="78715" y="85546"/>
                </a:lnTo>
                <a:close/>
                <a:moveTo>
                  <a:pt x="92735" y="114300"/>
                </a:moveTo>
                <a:cubicBezTo>
                  <a:pt x="92735" y="130195"/>
                  <a:pt x="105594" y="143054"/>
                  <a:pt x="121488" y="143054"/>
                </a:cubicBezTo>
                <a:lnTo>
                  <a:pt x="122426" y="143054"/>
                </a:lnTo>
                <a:cubicBezTo>
                  <a:pt x="138321" y="143054"/>
                  <a:pt x="151180" y="130195"/>
                  <a:pt x="151180" y="114300"/>
                </a:cubicBezTo>
                <a:cubicBezTo>
                  <a:pt x="151180" y="98405"/>
                  <a:pt x="138321" y="85546"/>
                  <a:pt x="122426" y="85546"/>
                </a:cubicBezTo>
                <a:lnTo>
                  <a:pt x="121488" y="85546"/>
                </a:lnTo>
                <a:cubicBezTo>
                  <a:pt x="105594" y="85546"/>
                  <a:pt x="92735" y="98405"/>
                  <a:pt x="92735" y="114300"/>
                </a:cubicBezTo>
                <a:close/>
                <a:moveTo>
                  <a:pt x="49024" y="157073"/>
                </a:moveTo>
                <a:lnTo>
                  <a:pt x="48845" y="157073"/>
                </a:lnTo>
                <a:cubicBezTo>
                  <a:pt x="33040" y="157163"/>
                  <a:pt x="20270" y="170021"/>
                  <a:pt x="20270" y="185827"/>
                </a:cubicBezTo>
                <a:cubicBezTo>
                  <a:pt x="20270" y="201632"/>
                  <a:pt x="33308" y="214580"/>
                  <a:pt x="49247" y="214580"/>
                </a:cubicBezTo>
                <a:cubicBezTo>
                  <a:pt x="65455" y="214580"/>
                  <a:pt x="78715" y="201454"/>
                  <a:pt x="78715" y="185336"/>
                </a:cubicBezTo>
                <a:lnTo>
                  <a:pt x="78715" y="157029"/>
                </a:lnTo>
                <a:lnTo>
                  <a:pt x="49024" y="157029"/>
                </a:lnTo>
                <a:close/>
                <a:moveTo>
                  <a:pt x="49024" y="14020"/>
                </a:moveTo>
                <a:cubicBezTo>
                  <a:pt x="33129" y="14020"/>
                  <a:pt x="20270" y="26878"/>
                  <a:pt x="20270" y="42773"/>
                </a:cubicBezTo>
                <a:cubicBezTo>
                  <a:pt x="20270" y="58668"/>
                  <a:pt x="33129" y="71527"/>
                  <a:pt x="49024" y="71527"/>
                </a:cubicBezTo>
                <a:lnTo>
                  <a:pt x="78715" y="71527"/>
                </a:lnTo>
                <a:lnTo>
                  <a:pt x="78715" y="14020"/>
                </a:lnTo>
                <a:lnTo>
                  <a:pt x="49024" y="14020"/>
                </a:lnTo>
                <a:close/>
                <a:moveTo>
                  <a:pt x="92735" y="71527"/>
                </a:moveTo>
                <a:lnTo>
                  <a:pt x="122426" y="71527"/>
                </a:lnTo>
                <a:cubicBezTo>
                  <a:pt x="138321" y="71527"/>
                  <a:pt x="151180" y="58668"/>
                  <a:pt x="151180" y="42773"/>
                </a:cubicBezTo>
                <a:cubicBezTo>
                  <a:pt x="151180" y="26878"/>
                  <a:pt x="138321" y="14020"/>
                  <a:pt x="122426" y="14020"/>
                </a:cubicBezTo>
                <a:lnTo>
                  <a:pt x="92735" y="14020"/>
                </a:lnTo>
                <a:lnTo>
                  <a:pt x="92735" y="71527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8" name="Text 36"/>
          <p:cNvSpPr/>
          <p:nvPr/>
        </p:nvSpPr>
        <p:spPr>
          <a:xfrm>
            <a:off x="5429250" y="4914900"/>
            <a:ext cx="619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Figma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29250" y="5143500"/>
            <a:ext cx="600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Макеты UI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53300" y="1219200"/>
            <a:ext cx="4457700" cy="4267200"/>
          </a:xfrm>
          <a:custGeom>
            <a:avLst/>
            <a:gdLst/>
            <a:ahLst/>
            <a:cxnLst/>
            <a:rect l="l" t="t" r="r" b="b"/>
            <a:pathLst>
              <a:path w="4457700" h="4267200">
                <a:moveTo>
                  <a:pt x="114318" y="0"/>
                </a:moveTo>
                <a:lnTo>
                  <a:pt x="4343382" y="0"/>
                </a:lnTo>
                <a:cubicBezTo>
                  <a:pt x="4406518" y="0"/>
                  <a:pt x="4457700" y="51182"/>
                  <a:pt x="4457700" y="114318"/>
                </a:cubicBezTo>
                <a:lnTo>
                  <a:pt x="4457700" y="4152882"/>
                </a:lnTo>
                <a:cubicBezTo>
                  <a:pt x="4457700" y="4216018"/>
                  <a:pt x="4406518" y="4267200"/>
                  <a:pt x="4343382" y="4267200"/>
                </a:cubicBezTo>
                <a:lnTo>
                  <a:pt x="114318" y="4267200"/>
                </a:lnTo>
                <a:cubicBezTo>
                  <a:pt x="51182" y="4267200"/>
                  <a:pt x="0" y="4216018"/>
                  <a:pt x="0" y="4152882"/>
                </a:cubicBezTo>
                <a:lnTo>
                  <a:pt x="0" y="114318"/>
                </a:lnTo>
                <a:cubicBezTo>
                  <a:pt x="0" y="51224"/>
                  <a:pt x="51224" y="0"/>
                  <a:pt x="114318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2700000" scaled="1"/>
          </a:gra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567612" y="1447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42" name="Text 40"/>
          <p:cNvSpPr/>
          <p:nvPr/>
        </p:nvSpPr>
        <p:spPr>
          <a:xfrm>
            <a:off x="7781925" y="1409700"/>
            <a:ext cx="3933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Workflow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43800" y="189681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700963" y="2030164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5" name="Text 43"/>
          <p:cNvSpPr/>
          <p:nvPr/>
        </p:nvSpPr>
        <p:spPr>
          <a:xfrm>
            <a:off x="8115300" y="1915864"/>
            <a:ext cx="2933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Аналитик формулирует требования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115300" y="2144464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ТЗ, User Stories, макеты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496425" y="2490043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F8F9FA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43800" y="285482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65244" y="2988171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0" name="Text 48"/>
          <p:cNvSpPr/>
          <p:nvPr/>
        </p:nvSpPr>
        <p:spPr>
          <a:xfrm>
            <a:off x="8115300" y="2873871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Разработчик реализует функционал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15300" y="3102471"/>
            <a:ext cx="2962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БД, бизнес-логика, UI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9496425" y="34480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F8F9FA">
              <a:alpha val="6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543800" y="3812679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77150" y="394602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7471" y="3497"/>
                </a:moveTo>
                <a:cubicBezTo>
                  <a:pt x="122820" y="-1153"/>
                  <a:pt x="115267" y="-1153"/>
                  <a:pt x="110617" y="3497"/>
                </a:cubicBezTo>
                <a:cubicBezTo>
                  <a:pt x="105966" y="8148"/>
                  <a:pt x="105966" y="15701"/>
                  <a:pt x="110617" y="20352"/>
                </a:cubicBezTo>
                <a:lnTo>
                  <a:pt x="114114" y="23812"/>
                </a:lnTo>
                <a:lnTo>
                  <a:pt x="10455" y="127471"/>
                </a:lnTo>
                <a:cubicBezTo>
                  <a:pt x="3758" y="134169"/>
                  <a:pt x="0" y="143247"/>
                  <a:pt x="0" y="152735"/>
                </a:cubicBezTo>
                <a:lnTo>
                  <a:pt x="0" y="154781"/>
                </a:lnTo>
                <a:cubicBezTo>
                  <a:pt x="0" y="174501"/>
                  <a:pt x="15999" y="190500"/>
                  <a:pt x="35719" y="190500"/>
                </a:cubicBezTo>
                <a:lnTo>
                  <a:pt x="37765" y="190500"/>
                </a:lnTo>
                <a:cubicBezTo>
                  <a:pt x="47253" y="190500"/>
                  <a:pt x="56331" y="186742"/>
                  <a:pt x="63029" y="180045"/>
                </a:cubicBezTo>
                <a:lnTo>
                  <a:pt x="166688" y="76386"/>
                </a:lnTo>
                <a:lnTo>
                  <a:pt x="170185" y="79883"/>
                </a:lnTo>
                <a:cubicBezTo>
                  <a:pt x="174836" y="84534"/>
                  <a:pt x="182389" y="84534"/>
                  <a:pt x="187040" y="79883"/>
                </a:cubicBezTo>
                <a:cubicBezTo>
                  <a:pt x="191691" y="75233"/>
                  <a:pt x="191691" y="67680"/>
                  <a:pt x="187040" y="63029"/>
                </a:cubicBezTo>
                <a:lnTo>
                  <a:pt x="127508" y="3497"/>
                </a:lnTo>
                <a:close/>
                <a:moveTo>
                  <a:pt x="76386" y="95250"/>
                </a:moveTo>
                <a:lnTo>
                  <a:pt x="130969" y="40667"/>
                </a:lnTo>
                <a:lnTo>
                  <a:pt x="149833" y="59531"/>
                </a:lnTo>
                <a:lnTo>
                  <a:pt x="114114" y="95250"/>
                </a:lnTo>
                <a:lnTo>
                  <a:pt x="76349" y="9525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5" name="Text 53"/>
          <p:cNvSpPr/>
          <p:nvPr/>
        </p:nvSpPr>
        <p:spPr>
          <a:xfrm>
            <a:off x="8115300" y="3831729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Аналитик тестирует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15300" y="4060329"/>
            <a:ext cx="2047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Прогон тест-кейсов, баг-репорт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496425" y="440590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F8F9FA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543800" y="477068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F8F9FA">
              <a:alpha val="2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65244" y="4904036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9533" y="36686"/>
                </a:moveTo>
                <a:cubicBezTo>
                  <a:pt x="192360" y="33858"/>
                  <a:pt x="197086" y="34565"/>
                  <a:pt x="198500" y="38286"/>
                </a:cubicBezTo>
                <a:cubicBezTo>
                  <a:pt x="201030" y="44872"/>
                  <a:pt x="202406" y="52053"/>
                  <a:pt x="202406" y="59531"/>
                </a:cubicBezTo>
                <a:cubicBezTo>
                  <a:pt x="202406" y="92422"/>
                  <a:pt x="175766" y="119063"/>
                  <a:pt x="142875" y="119063"/>
                </a:cubicBezTo>
                <a:cubicBezTo>
                  <a:pt x="136364" y="119063"/>
                  <a:pt x="130076" y="118021"/>
                  <a:pt x="124197" y="116086"/>
                </a:cubicBezTo>
                <a:lnTo>
                  <a:pt x="54657" y="185626"/>
                </a:lnTo>
                <a:cubicBezTo>
                  <a:pt x="44202" y="196081"/>
                  <a:pt x="27236" y="196081"/>
                  <a:pt x="16780" y="185626"/>
                </a:cubicBezTo>
                <a:cubicBezTo>
                  <a:pt x="6325" y="175171"/>
                  <a:pt x="6325" y="158204"/>
                  <a:pt x="16780" y="147749"/>
                </a:cubicBezTo>
                <a:lnTo>
                  <a:pt x="86320" y="78209"/>
                </a:lnTo>
                <a:cubicBezTo>
                  <a:pt x="84386" y="72330"/>
                  <a:pt x="83344" y="66080"/>
                  <a:pt x="83344" y="59531"/>
                </a:cubicBezTo>
                <a:cubicBezTo>
                  <a:pt x="83344" y="26640"/>
                  <a:pt x="109984" y="0"/>
                  <a:pt x="142875" y="0"/>
                </a:cubicBezTo>
                <a:cubicBezTo>
                  <a:pt x="150354" y="0"/>
                  <a:pt x="157535" y="1377"/>
                  <a:pt x="164120" y="3907"/>
                </a:cubicBezTo>
                <a:cubicBezTo>
                  <a:pt x="167841" y="5321"/>
                  <a:pt x="168511" y="10046"/>
                  <a:pt x="165720" y="12874"/>
                </a:cubicBezTo>
                <a:lnTo>
                  <a:pt x="132717" y="45876"/>
                </a:lnTo>
                <a:cubicBezTo>
                  <a:pt x="131601" y="46992"/>
                  <a:pt x="130969" y="48518"/>
                  <a:pt x="130969" y="50081"/>
                </a:cubicBezTo>
                <a:lnTo>
                  <a:pt x="130969" y="65484"/>
                </a:lnTo>
                <a:cubicBezTo>
                  <a:pt x="130969" y="68759"/>
                  <a:pt x="133648" y="71438"/>
                  <a:pt x="136922" y="71438"/>
                </a:cubicBezTo>
                <a:lnTo>
                  <a:pt x="152326" y="71438"/>
                </a:lnTo>
                <a:cubicBezTo>
                  <a:pt x="153888" y="71438"/>
                  <a:pt x="155414" y="70805"/>
                  <a:pt x="156530" y="69689"/>
                </a:cubicBezTo>
                <a:lnTo>
                  <a:pt x="189533" y="36686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0" name="Text 58"/>
          <p:cNvSpPr/>
          <p:nvPr/>
        </p:nvSpPr>
        <p:spPr>
          <a:xfrm>
            <a:off x="8115300" y="4789736"/>
            <a:ext cx="2486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Разработчик исправляет баги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115300" y="5018336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Критический и высокий приоритет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353300" y="5657850"/>
            <a:ext cx="4457700" cy="819150"/>
          </a:xfrm>
          <a:custGeom>
            <a:avLst/>
            <a:gdLst/>
            <a:ahLst/>
            <a:cxnLst/>
            <a:rect l="l" t="t" r="r" b="b"/>
            <a:pathLst>
              <a:path w="4457700" h="81915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704854"/>
                </a:lnTo>
                <a:cubicBezTo>
                  <a:pt x="4457700" y="767978"/>
                  <a:pt x="4406528" y="819150"/>
                  <a:pt x="4343404" y="819150"/>
                </a:cubicBezTo>
                <a:lnTo>
                  <a:pt x="114296" y="819150"/>
                </a:lnTo>
                <a:cubicBezTo>
                  <a:pt x="51172" y="819150"/>
                  <a:pt x="0" y="767978"/>
                  <a:pt x="0" y="70485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7353300" y="5657850"/>
            <a:ext cx="4457700" cy="38100"/>
          </a:xfrm>
          <a:custGeom>
            <a:avLst/>
            <a:gdLst/>
            <a:ahLst/>
            <a:cxnLst/>
            <a:rect l="l" t="t" r="r" b="b"/>
            <a:pathLst>
              <a:path w="4457700" h="38100">
                <a:moveTo>
                  <a:pt x="38100" y="0"/>
                </a:moveTo>
                <a:lnTo>
                  <a:pt x="4419600" y="0"/>
                </a:lnTo>
                <a:cubicBezTo>
                  <a:pt x="4440628" y="0"/>
                  <a:pt x="4457700" y="17072"/>
                  <a:pt x="4457700" y="38100"/>
                </a:cubicBezTo>
                <a:lnTo>
                  <a:pt x="44577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4" name="Shape 62"/>
          <p:cNvSpPr/>
          <p:nvPr/>
        </p:nvSpPr>
        <p:spPr>
          <a:xfrm>
            <a:off x="7543800" y="59340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65" name="Text 63"/>
          <p:cNvSpPr/>
          <p:nvPr/>
        </p:nvSpPr>
        <p:spPr>
          <a:xfrm>
            <a:off x="7977188" y="5829300"/>
            <a:ext cx="2333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Результат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977188" y="6096000"/>
            <a:ext cx="232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 задача выполнена за 25 дней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1304" y="331304"/>
            <a:ext cx="11595652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b="1" kern="0" spc="52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TESTING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1304" y="596348"/>
            <a:ext cx="11678478" cy="33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48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Итоги тестирования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1304" y="1043609"/>
            <a:ext cx="3752022" cy="2004391"/>
          </a:xfrm>
          <a:custGeom>
            <a:avLst/>
            <a:gdLst/>
            <a:ahLst/>
            <a:cxnLst/>
            <a:rect l="l" t="t" r="r" b="b"/>
            <a:pathLst>
              <a:path w="3752022" h="2004391">
                <a:moveTo>
                  <a:pt x="33130" y="0"/>
                </a:moveTo>
                <a:lnTo>
                  <a:pt x="3718891" y="0"/>
                </a:lnTo>
                <a:cubicBezTo>
                  <a:pt x="3737189" y="0"/>
                  <a:pt x="3752022" y="14833"/>
                  <a:pt x="3752022" y="33130"/>
                </a:cubicBezTo>
                <a:lnTo>
                  <a:pt x="3752022" y="1904994"/>
                </a:lnTo>
                <a:cubicBezTo>
                  <a:pt x="3752022" y="1959889"/>
                  <a:pt x="3707520" y="2004391"/>
                  <a:pt x="3652624" y="2004391"/>
                </a:cubicBezTo>
                <a:lnTo>
                  <a:pt x="99398" y="2004391"/>
                </a:lnTo>
                <a:cubicBezTo>
                  <a:pt x="44502" y="2004391"/>
                  <a:pt x="0" y="1959889"/>
                  <a:pt x="0" y="190499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4239" dist="828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31304" y="1043609"/>
            <a:ext cx="3752022" cy="33130"/>
          </a:xfrm>
          <a:custGeom>
            <a:avLst/>
            <a:gdLst/>
            <a:ahLst/>
            <a:cxnLst/>
            <a:rect l="l" t="t" r="r" b="b"/>
            <a:pathLst>
              <a:path w="3752022" h="33130">
                <a:moveTo>
                  <a:pt x="33130" y="0"/>
                </a:moveTo>
                <a:lnTo>
                  <a:pt x="3718891" y="0"/>
                </a:lnTo>
                <a:cubicBezTo>
                  <a:pt x="3737189" y="0"/>
                  <a:pt x="3752022" y="14833"/>
                  <a:pt x="3752022" y="33130"/>
                </a:cubicBezTo>
                <a:lnTo>
                  <a:pt x="3752022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6" name="Shape 4"/>
          <p:cNvSpPr/>
          <p:nvPr/>
        </p:nvSpPr>
        <p:spPr>
          <a:xfrm>
            <a:off x="505239" y="1225826"/>
            <a:ext cx="124239" cy="165652"/>
          </a:xfrm>
          <a:custGeom>
            <a:avLst/>
            <a:gdLst/>
            <a:ahLst/>
            <a:cxnLst/>
            <a:rect l="l" t="t" r="r" b="b"/>
            <a:pathLst>
              <a:path w="124239" h="165652">
                <a:moveTo>
                  <a:pt x="100750" y="10353"/>
                </a:moveTo>
                <a:lnTo>
                  <a:pt x="103533" y="10353"/>
                </a:lnTo>
                <a:cubicBezTo>
                  <a:pt x="114954" y="10353"/>
                  <a:pt x="124239" y="19639"/>
                  <a:pt x="124239" y="31060"/>
                </a:cubicBezTo>
                <a:lnTo>
                  <a:pt x="124239" y="144946"/>
                </a:lnTo>
                <a:cubicBezTo>
                  <a:pt x="124239" y="156367"/>
                  <a:pt x="114954" y="165652"/>
                  <a:pt x="103533" y="165652"/>
                </a:cubicBezTo>
                <a:lnTo>
                  <a:pt x="20707" y="165652"/>
                </a:lnTo>
                <a:cubicBezTo>
                  <a:pt x="9286" y="165652"/>
                  <a:pt x="0" y="156367"/>
                  <a:pt x="0" y="144946"/>
                </a:cubicBezTo>
                <a:lnTo>
                  <a:pt x="0" y="31060"/>
                </a:lnTo>
                <a:cubicBezTo>
                  <a:pt x="0" y="19639"/>
                  <a:pt x="9286" y="10353"/>
                  <a:pt x="20707" y="10353"/>
                </a:cubicBezTo>
                <a:lnTo>
                  <a:pt x="23489" y="10353"/>
                </a:lnTo>
                <a:cubicBezTo>
                  <a:pt x="27048" y="4174"/>
                  <a:pt x="33745" y="0"/>
                  <a:pt x="41413" y="0"/>
                </a:cubicBezTo>
                <a:lnTo>
                  <a:pt x="82826" y="0"/>
                </a:lnTo>
                <a:cubicBezTo>
                  <a:pt x="90494" y="0"/>
                  <a:pt x="97191" y="4174"/>
                  <a:pt x="100750" y="10353"/>
                </a:cubicBezTo>
                <a:close/>
                <a:moveTo>
                  <a:pt x="80238" y="36236"/>
                </a:moveTo>
                <a:cubicBezTo>
                  <a:pt x="84541" y="36236"/>
                  <a:pt x="88003" y="32775"/>
                  <a:pt x="88003" y="28471"/>
                </a:cubicBezTo>
                <a:cubicBezTo>
                  <a:pt x="88003" y="24168"/>
                  <a:pt x="84541" y="20707"/>
                  <a:pt x="80238" y="20707"/>
                </a:cubicBezTo>
                <a:lnTo>
                  <a:pt x="44001" y="20707"/>
                </a:lnTo>
                <a:cubicBezTo>
                  <a:pt x="39698" y="20707"/>
                  <a:pt x="36236" y="24168"/>
                  <a:pt x="36236" y="28471"/>
                </a:cubicBezTo>
                <a:cubicBezTo>
                  <a:pt x="36236" y="32775"/>
                  <a:pt x="39698" y="36236"/>
                  <a:pt x="44001" y="36236"/>
                </a:cubicBezTo>
                <a:lnTo>
                  <a:pt x="80238" y="36236"/>
                </a:lnTo>
                <a:close/>
                <a:moveTo>
                  <a:pt x="89426" y="84347"/>
                </a:moveTo>
                <a:cubicBezTo>
                  <a:pt x="91691" y="80723"/>
                  <a:pt x="90591" y="75935"/>
                  <a:pt x="86967" y="73638"/>
                </a:cubicBezTo>
                <a:cubicBezTo>
                  <a:pt x="83344" y="71340"/>
                  <a:pt x="78555" y="72473"/>
                  <a:pt x="76258" y="76096"/>
                </a:cubicBezTo>
                <a:lnTo>
                  <a:pt x="56393" y="107900"/>
                </a:lnTo>
                <a:lnTo>
                  <a:pt x="47657" y="96253"/>
                </a:lnTo>
                <a:cubicBezTo>
                  <a:pt x="45069" y="92823"/>
                  <a:pt x="40216" y="92112"/>
                  <a:pt x="36786" y="94700"/>
                </a:cubicBezTo>
                <a:cubicBezTo>
                  <a:pt x="33357" y="97288"/>
                  <a:pt x="32645" y="102141"/>
                  <a:pt x="35233" y="105571"/>
                </a:cubicBezTo>
                <a:lnTo>
                  <a:pt x="50763" y="126277"/>
                </a:lnTo>
                <a:cubicBezTo>
                  <a:pt x="52284" y="128316"/>
                  <a:pt x="54743" y="129480"/>
                  <a:pt x="57299" y="129383"/>
                </a:cubicBezTo>
                <a:cubicBezTo>
                  <a:pt x="59855" y="129286"/>
                  <a:pt x="62184" y="127927"/>
                  <a:pt x="63543" y="125727"/>
                </a:cubicBezTo>
                <a:lnTo>
                  <a:pt x="89426" y="84314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670891" y="1192696"/>
            <a:ext cx="3362739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Общая статистика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3826" y="1524000"/>
            <a:ext cx="3486978" cy="397565"/>
          </a:xfrm>
          <a:custGeom>
            <a:avLst/>
            <a:gdLst/>
            <a:ahLst/>
            <a:cxnLst/>
            <a:rect l="l" t="t" r="r" b="b"/>
            <a:pathLst>
              <a:path w="3486978" h="397565">
                <a:moveTo>
                  <a:pt x="66262" y="0"/>
                </a:moveTo>
                <a:lnTo>
                  <a:pt x="3420716" y="0"/>
                </a:lnTo>
                <a:cubicBezTo>
                  <a:pt x="3457312" y="0"/>
                  <a:pt x="3486978" y="29667"/>
                  <a:pt x="3486978" y="66262"/>
                </a:cubicBezTo>
                <a:lnTo>
                  <a:pt x="3486978" y="331303"/>
                </a:lnTo>
                <a:cubicBezTo>
                  <a:pt x="3486978" y="367899"/>
                  <a:pt x="3457312" y="397565"/>
                  <a:pt x="3420716" y="397565"/>
                </a:cubicBezTo>
                <a:lnTo>
                  <a:pt x="66262" y="397565"/>
                </a:lnTo>
                <a:cubicBezTo>
                  <a:pt x="29691" y="397565"/>
                  <a:pt x="0" y="367874"/>
                  <a:pt x="0" y="331303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530087" y="1623391"/>
            <a:ext cx="119269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Всего тест-кейсов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717209" y="1590261"/>
            <a:ext cx="273326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63826" y="2020957"/>
            <a:ext cx="3486978" cy="397565"/>
          </a:xfrm>
          <a:custGeom>
            <a:avLst/>
            <a:gdLst/>
            <a:ahLst/>
            <a:cxnLst/>
            <a:rect l="l" t="t" r="r" b="b"/>
            <a:pathLst>
              <a:path w="3486978" h="397565">
                <a:moveTo>
                  <a:pt x="66262" y="0"/>
                </a:moveTo>
                <a:lnTo>
                  <a:pt x="3420716" y="0"/>
                </a:lnTo>
                <a:cubicBezTo>
                  <a:pt x="3457312" y="0"/>
                  <a:pt x="3486978" y="29667"/>
                  <a:pt x="3486978" y="66262"/>
                </a:cubicBezTo>
                <a:lnTo>
                  <a:pt x="3486978" y="331303"/>
                </a:lnTo>
                <a:cubicBezTo>
                  <a:pt x="3486978" y="367899"/>
                  <a:pt x="3457312" y="397565"/>
                  <a:pt x="3420716" y="397565"/>
                </a:cubicBezTo>
                <a:lnTo>
                  <a:pt x="66262" y="397565"/>
                </a:lnTo>
                <a:cubicBezTo>
                  <a:pt x="29691" y="397565"/>
                  <a:pt x="0" y="367874"/>
                  <a:pt x="0" y="331303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2" name="Text 10"/>
          <p:cNvSpPr/>
          <p:nvPr/>
        </p:nvSpPr>
        <p:spPr>
          <a:xfrm>
            <a:off x="530087" y="2120348"/>
            <a:ext cx="1242391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Пройдено успешно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17209" y="2087217"/>
            <a:ext cx="273326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97BC6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3826" y="2517913"/>
            <a:ext cx="3486978" cy="397565"/>
          </a:xfrm>
          <a:custGeom>
            <a:avLst/>
            <a:gdLst/>
            <a:ahLst/>
            <a:cxnLst/>
            <a:rect l="l" t="t" r="r" b="b"/>
            <a:pathLst>
              <a:path w="3486978" h="397565">
                <a:moveTo>
                  <a:pt x="66262" y="0"/>
                </a:moveTo>
                <a:lnTo>
                  <a:pt x="3420716" y="0"/>
                </a:lnTo>
                <a:cubicBezTo>
                  <a:pt x="3457312" y="0"/>
                  <a:pt x="3486978" y="29667"/>
                  <a:pt x="3486978" y="66262"/>
                </a:cubicBezTo>
                <a:lnTo>
                  <a:pt x="3486978" y="331303"/>
                </a:lnTo>
                <a:cubicBezTo>
                  <a:pt x="3486978" y="367899"/>
                  <a:pt x="3457312" y="397565"/>
                  <a:pt x="3420716" y="397565"/>
                </a:cubicBezTo>
                <a:lnTo>
                  <a:pt x="66262" y="397565"/>
                </a:lnTo>
                <a:cubicBezTo>
                  <a:pt x="29691" y="397565"/>
                  <a:pt x="0" y="367874"/>
                  <a:pt x="0" y="331303"/>
                </a:cubicBezTo>
                <a:lnTo>
                  <a:pt x="0" y="66262"/>
                </a:lnTo>
                <a:cubicBezTo>
                  <a:pt x="0" y="29691"/>
                  <a:pt x="29691" y="0"/>
                  <a:pt x="66262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530087" y="2617304"/>
            <a:ext cx="123410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Покрытие функций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03505" y="2584174"/>
            <a:ext cx="579783" cy="265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5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1304" y="3163957"/>
            <a:ext cx="3752022" cy="2898913"/>
          </a:xfrm>
          <a:custGeom>
            <a:avLst/>
            <a:gdLst/>
            <a:ahLst/>
            <a:cxnLst/>
            <a:rect l="l" t="t" r="r" b="b"/>
            <a:pathLst>
              <a:path w="3752022" h="2898913">
                <a:moveTo>
                  <a:pt x="33130" y="0"/>
                </a:moveTo>
                <a:lnTo>
                  <a:pt x="3718891" y="0"/>
                </a:lnTo>
                <a:cubicBezTo>
                  <a:pt x="3737189" y="0"/>
                  <a:pt x="3752022" y="14833"/>
                  <a:pt x="3752022" y="33130"/>
                </a:cubicBezTo>
                <a:lnTo>
                  <a:pt x="3752022" y="2799509"/>
                </a:lnTo>
                <a:cubicBezTo>
                  <a:pt x="3752022" y="2854408"/>
                  <a:pt x="3707517" y="2898913"/>
                  <a:pt x="3652618" y="2898913"/>
                </a:cubicBezTo>
                <a:lnTo>
                  <a:pt x="99404" y="2898913"/>
                </a:lnTo>
                <a:cubicBezTo>
                  <a:pt x="44505" y="2898913"/>
                  <a:pt x="0" y="2854408"/>
                  <a:pt x="0" y="2799509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4239" dist="828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304" y="3163957"/>
            <a:ext cx="3752022" cy="33130"/>
          </a:xfrm>
          <a:custGeom>
            <a:avLst/>
            <a:gdLst/>
            <a:ahLst/>
            <a:cxnLst/>
            <a:rect l="l" t="t" r="r" b="b"/>
            <a:pathLst>
              <a:path w="3752022" h="33130">
                <a:moveTo>
                  <a:pt x="33130" y="0"/>
                </a:moveTo>
                <a:lnTo>
                  <a:pt x="3718891" y="0"/>
                </a:lnTo>
                <a:cubicBezTo>
                  <a:pt x="3737189" y="0"/>
                  <a:pt x="3752022" y="14833"/>
                  <a:pt x="3752022" y="33130"/>
                </a:cubicBezTo>
                <a:lnTo>
                  <a:pt x="3752022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533" y="3346174"/>
            <a:ext cx="165652" cy="165652"/>
          </a:xfrm>
          <a:custGeom>
            <a:avLst/>
            <a:gdLst/>
            <a:ahLst/>
            <a:cxnLst/>
            <a:rect l="l" t="t" r="r" b="b"/>
            <a:pathLst>
              <a:path w="165652" h="165652">
                <a:moveTo>
                  <a:pt x="82826" y="0"/>
                </a:moveTo>
                <a:cubicBezTo>
                  <a:pt x="87582" y="0"/>
                  <a:pt x="91950" y="2621"/>
                  <a:pt x="94215" y="6794"/>
                </a:cubicBezTo>
                <a:lnTo>
                  <a:pt x="164099" y="136210"/>
                </a:lnTo>
                <a:cubicBezTo>
                  <a:pt x="166267" y="140222"/>
                  <a:pt x="166170" y="145075"/>
                  <a:pt x="163840" y="148990"/>
                </a:cubicBezTo>
                <a:cubicBezTo>
                  <a:pt x="161511" y="152905"/>
                  <a:pt x="157273" y="155299"/>
                  <a:pt x="152711" y="155299"/>
                </a:cubicBezTo>
                <a:lnTo>
                  <a:pt x="12942" y="155299"/>
                </a:lnTo>
                <a:cubicBezTo>
                  <a:pt x="8380" y="155299"/>
                  <a:pt x="4174" y="152905"/>
                  <a:pt x="1812" y="148990"/>
                </a:cubicBezTo>
                <a:cubicBezTo>
                  <a:pt x="-550" y="145075"/>
                  <a:pt x="-615" y="140222"/>
                  <a:pt x="1553" y="136210"/>
                </a:cubicBezTo>
                <a:lnTo>
                  <a:pt x="71438" y="6794"/>
                </a:lnTo>
                <a:cubicBezTo>
                  <a:pt x="73702" y="2621"/>
                  <a:pt x="78070" y="0"/>
                  <a:pt x="82826" y="0"/>
                </a:cubicBezTo>
                <a:close/>
                <a:moveTo>
                  <a:pt x="82826" y="54355"/>
                </a:moveTo>
                <a:cubicBezTo>
                  <a:pt x="78523" y="54355"/>
                  <a:pt x="75061" y="57816"/>
                  <a:pt x="75061" y="62120"/>
                </a:cubicBezTo>
                <a:lnTo>
                  <a:pt x="75061" y="98356"/>
                </a:lnTo>
                <a:cubicBezTo>
                  <a:pt x="75061" y="102659"/>
                  <a:pt x="78523" y="106121"/>
                  <a:pt x="82826" y="106121"/>
                </a:cubicBezTo>
                <a:cubicBezTo>
                  <a:pt x="87129" y="106121"/>
                  <a:pt x="90591" y="102659"/>
                  <a:pt x="90591" y="98356"/>
                </a:cubicBezTo>
                <a:lnTo>
                  <a:pt x="90591" y="62120"/>
                </a:lnTo>
                <a:cubicBezTo>
                  <a:pt x="90591" y="57816"/>
                  <a:pt x="87129" y="54355"/>
                  <a:pt x="82826" y="54355"/>
                </a:cubicBezTo>
                <a:close/>
                <a:moveTo>
                  <a:pt x="91465" y="124239"/>
                </a:moveTo>
                <a:cubicBezTo>
                  <a:pt x="91661" y="121033"/>
                  <a:pt x="90062" y="117982"/>
                  <a:pt x="87313" y="116319"/>
                </a:cubicBezTo>
                <a:cubicBezTo>
                  <a:pt x="84564" y="114657"/>
                  <a:pt x="81120" y="114657"/>
                  <a:pt x="78371" y="116319"/>
                </a:cubicBezTo>
                <a:cubicBezTo>
                  <a:pt x="75623" y="117982"/>
                  <a:pt x="74023" y="121033"/>
                  <a:pt x="74220" y="124239"/>
                </a:cubicBezTo>
                <a:cubicBezTo>
                  <a:pt x="74023" y="127446"/>
                  <a:pt x="75623" y="130496"/>
                  <a:pt x="78371" y="132159"/>
                </a:cubicBezTo>
                <a:cubicBezTo>
                  <a:pt x="81120" y="133822"/>
                  <a:pt x="84564" y="133822"/>
                  <a:pt x="87313" y="132159"/>
                </a:cubicBezTo>
                <a:cubicBezTo>
                  <a:pt x="90062" y="130496"/>
                  <a:pt x="91661" y="127446"/>
                  <a:pt x="91465" y="124239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20" name="Text 18"/>
          <p:cNvSpPr/>
          <p:nvPr/>
        </p:nvSpPr>
        <p:spPr>
          <a:xfrm>
            <a:off x="670891" y="3313043"/>
            <a:ext cx="3362739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Найденные баги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0391" y="3644348"/>
            <a:ext cx="3470413" cy="364435"/>
          </a:xfrm>
          <a:custGeom>
            <a:avLst/>
            <a:gdLst/>
            <a:ahLst/>
            <a:cxnLst/>
            <a:rect l="l" t="t" r="r" b="b"/>
            <a:pathLst>
              <a:path w="3470413" h="364435">
                <a:moveTo>
                  <a:pt x="33130" y="0"/>
                </a:moveTo>
                <a:lnTo>
                  <a:pt x="3404152" y="0"/>
                </a:lnTo>
                <a:cubicBezTo>
                  <a:pt x="3440747" y="0"/>
                  <a:pt x="3470413" y="29666"/>
                  <a:pt x="3470413" y="66262"/>
                </a:cubicBezTo>
                <a:lnTo>
                  <a:pt x="3470413" y="298173"/>
                </a:lnTo>
                <a:cubicBezTo>
                  <a:pt x="3470413" y="334768"/>
                  <a:pt x="3440747" y="364435"/>
                  <a:pt x="3404152" y="364435"/>
                </a:cubicBez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391" y="3644348"/>
            <a:ext cx="33130" cy="364435"/>
          </a:xfrm>
          <a:custGeom>
            <a:avLst/>
            <a:gdLst/>
            <a:ahLst/>
            <a:cxnLst/>
            <a:rect l="l" t="t" r="r" b="b"/>
            <a:pathLst>
              <a:path w="33130" h="364435">
                <a:moveTo>
                  <a:pt x="33130" y="0"/>
                </a:moveTo>
                <a:lnTo>
                  <a:pt x="33130" y="0"/>
                </a:lnTo>
                <a:lnTo>
                  <a:pt x="33130" y="364435"/>
                </a:ln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3" name="Text 21"/>
          <p:cNvSpPr/>
          <p:nvPr/>
        </p:nvSpPr>
        <p:spPr>
          <a:xfrm>
            <a:off x="563217" y="3727174"/>
            <a:ext cx="84482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Критический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79717" y="3710609"/>
            <a:ext cx="19050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E700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0391" y="4075043"/>
            <a:ext cx="3470413" cy="364435"/>
          </a:xfrm>
          <a:custGeom>
            <a:avLst/>
            <a:gdLst/>
            <a:ahLst/>
            <a:cxnLst/>
            <a:rect l="l" t="t" r="r" b="b"/>
            <a:pathLst>
              <a:path w="3470413" h="364435">
                <a:moveTo>
                  <a:pt x="33130" y="0"/>
                </a:moveTo>
                <a:lnTo>
                  <a:pt x="3404152" y="0"/>
                </a:lnTo>
                <a:cubicBezTo>
                  <a:pt x="3440747" y="0"/>
                  <a:pt x="3470413" y="29666"/>
                  <a:pt x="3470413" y="66262"/>
                </a:cubicBezTo>
                <a:lnTo>
                  <a:pt x="3470413" y="298173"/>
                </a:lnTo>
                <a:cubicBezTo>
                  <a:pt x="3470413" y="334768"/>
                  <a:pt x="3440747" y="364435"/>
                  <a:pt x="3404152" y="364435"/>
                </a:cubicBez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7ED"/>
          </a:solidFill>
          <a:ln/>
        </p:spPr>
      </p:sp>
      <p:sp>
        <p:nvSpPr>
          <p:cNvPr id="26" name="Shape 24"/>
          <p:cNvSpPr/>
          <p:nvPr/>
        </p:nvSpPr>
        <p:spPr>
          <a:xfrm>
            <a:off x="480391" y="4075043"/>
            <a:ext cx="33130" cy="364435"/>
          </a:xfrm>
          <a:custGeom>
            <a:avLst/>
            <a:gdLst/>
            <a:ahLst/>
            <a:cxnLst/>
            <a:rect l="l" t="t" r="r" b="b"/>
            <a:pathLst>
              <a:path w="33130" h="364435">
                <a:moveTo>
                  <a:pt x="33130" y="0"/>
                </a:moveTo>
                <a:lnTo>
                  <a:pt x="33130" y="0"/>
                </a:lnTo>
                <a:lnTo>
                  <a:pt x="33130" y="364435"/>
                </a:ln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7" name="Text 25"/>
          <p:cNvSpPr/>
          <p:nvPr/>
        </p:nvSpPr>
        <p:spPr>
          <a:xfrm>
            <a:off x="563217" y="4157870"/>
            <a:ext cx="596348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Высокий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779717" y="4141304"/>
            <a:ext cx="190500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549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80391" y="4505739"/>
            <a:ext cx="3470413" cy="364435"/>
          </a:xfrm>
          <a:custGeom>
            <a:avLst/>
            <a:gdLst/>
            <a:ahLst/>
            <a:cxnLst/>
            <a:rect l="l" t="t" r="r" b="b"/>
            <a:pathLst>
              <a:path w="3470413" h="364435">
                <a:moveTo>
                  <a:pt x="33130" y="0"/>
                </a:moveTo>
                <a:lnTo>
                  <a:pt x="3404152" y="0"/>
                </a:lnTo>
                <a:cubicBezTo>
                  <a:pt x="3440747" y="0"/>
                  <a:pt x="3470413" y="29666"/>
                  <a:pt x="3470413" y="66262"/>
                </a:cubicBezTo>
                <a:lnTo>
                  <a:pt x="3470413" y="298173"/>
                </a:lnTo>
                <a:cubicBezTo>
                  <a:pt x="3470413" y="334768"/>
                  <a:pt x="3440747" y="364435"/>
                  <a:pt x="3404152" y="364435"/>
                </a:cubicBez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EFCE8"/>
          </a:solidFill>
          <a:ln/>
        </p:spPr>
      </p:sp>
      <p:sp>
        <p:nvSpPr>
          <p:cNvPr id="30" name="Shape 28"/>
          <p:cNvSpPr/>
          <p:nvPr/>
        </p:nvSpPr>
        <p:spPr>
          <a:xfrm>
            <a:off x="480391" y="4505739"/>
            <a:ext cx="33130" cy="364435"/>
          </a:xfrm>
          <a:custGeom>
            <a:avLst/>
            <a:gdLst/>
            <a:ahLst/>
            <a:cxnLst/>
            <a:rect l="l" t="t" r="r" b="b"/>
            <a:pathLst>
              <a:path w="33130" h="364435">
                <a:moveTo>
                  <a:pt x="33130" y="0"/>
                </a:moveTo>
                <a:lnTo>
                  <a:pt x="33130" y="0"/>
                </a:lnTo>
                <a:lnTo>
                  <a:pt x="33130" y="364435"/>
                </a:ln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31" name="Text 29"/>
          <p:cNvSpPr/>
          <p:nvPr/>
        </p:nvSpPr>
        <p:spPr>
          <a:xfrm>
            <a:off x="563217" y="4588565"/>
            <a:ext cx="604630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Средний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98611" y="4572000"/>
            <a:ext cx="17393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D087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0391" y="4936435"/>
            <a:ext cx="3470413" cy="364435"/>
          </a:xfrm>
          <a:custGeom>
            <a:avLst/>
            <a:gdLst/>
            <a:ahLst/>
            <a:cxnLst/>
            <a:rect l="l" t="t" r="r" b="b"/>
            <a:pathLst>
              <a:path w="3470413" h="364435">
                <a:moveTo>
                  <a:pt x="33130" y="0"/>
                </a:moveTo>
                <a:lnTo>
                  <a:pt x="3404152" y="0"/>
                </a:lnTo>
                <a:cubicBezTo>
                  <a:pt x="3440747" y="0"/>
                  <a:pt x="3470413" y="29666"/>
                  <a:pt x="3470413" y="66262"/>
                </a:cubicBezTo>
                <a:lnTo>
                  <a:pt x="3470413" y="298173"/>
                </a:lnTo>
                <a:cubicBezTo>
                  <a:pt x="3470413" y="334768"/>
                  <a:pt x="3440747" y="364435"/>
                  <a:pt x="3404152" y="364435"/>
                </a:cubicBez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EFF6FF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391" y="4936435"/>
            <a:ext cx="33130" cy="364435"/>
          </a:xfrm>
          <a:custGeom>
            <a:avLst/>
            <a:gdLst/>
            <a:ahLst/>
            <a:cxnLst/>
            <a:rect l="l" t="t" r="r" b="b"/>
            <a:pathLst>
              <a:path w="33130" h="364435">
                <a:moveTo>
                  <a:pt x="33130" y="0"/>
                </a:moveTo>
                <a:lnTo>
                  <a:pt x="33130" y="0"/>
                </a:lnTo>
                <a:lnTo>
                  <a:pt x="33130" y="364435"/>
                </a:lnTo>
                <a:lnTo>
                  <a:pt x="33130" y="364435"/>
                </a:lnTo>
                <a:cubicBezTo>
                  <a:pt x="14833" y="364435"/>
                  <a:pt x="0" y="349602"/>
                  <a:pt x="0" y="33130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2B7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63217" y="5019261"/>
            <a:ext cx="505239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343A4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Низкий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798094" y="5002696"/>
            <a:ext cx="17393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155D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18566" y="1043609"/>
            <a:ext cx="7644848" cy="2269435"/>
          </a:xfrm>
          <a:custGeom>
            <a:avLst/>
            <a:gdLst/>
            <a:ahLst/>
            <a:cxnLst/>
            <a:rect l="l" t="t" r="r" b="b"/>
            <a:pathLst>
              <a:path w="7644848" h="2269435">
                <a:moveTo>
                  <a:pt x="33130" y="0"/>
                </a:moveTo>
                <a:lnTo>
                  <a:pt x="7611717" y="0"/>
                </a:lnTo>
                <a:cubicBezTo>
                  <a:pt x="7630015" y="0"/>
                  <a:pt x="7644848" y="14833"/>
                  <a:pt x="7644848" y="33130"/>
                </a:cubicBezTo>
                <a:lnTo>
                  <a:pt x="7644848" y="2170034"/>
                </a:lnTo>
                <a:cubicBezTo>
                  <a:pt x="7644848" y="2224931"/>
                  <a:pt x="7600344" y="2269435"/>
                  <a:pt x="7545447" y="2269435"/>
                </a:cubicBezTo>
                <a:lnTo>
                  <a:pt x="99401" y="2269435"/>
                </a:lnTo>
                <a:cubicBezTo>
                  <a:pt x="44503" y="2269435"/>
                  <a:pt x="0" y="2224931"/>
                  <a:pt x="0" y="2170034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4239" dist="828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218566" y="1043609"/>
            <a:ext cx="7644848" cy="33130"/>
          </a:xfrm>
          <a:custGeom>
            <a:avLst/>
            <a:gdLst/>
            <a:ahLst/>
            <a:cxnLst/>
            <a:rect l="l" t="t" r="r" b="b"/>
            <a:pathLst>
              <a:path w="7644848" h="33130">
                <a:moveTo>
                  <a:pt x="33130" y="0"/>
                </a:moveTo>
                <a:lnTo>
                  <a:pt x="7611717" y="0"/>
                </a:lnTo>
                <a:cubicBezTo>
                  <a:pt x="7630015" y="0"/>
                  <a:pt x="7644848" y="14833"/>
                  <a:pt x="7644848" y="33130"/>
                </a:cubicBezTo>
                <a:lnTo>
                  <a:pt x="7644848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39" name="Shape 37"/>
          <p:cNvSpPr/>
          <p:nvPr/>
        </p:nvSpPr>
        <p:spPr>
          <a:xfrm>
            <a:off x="4371794" y="1225826"/>
            <a:ext cx="165652" cy="165652"/>
          </a:xfrm>
          <a:custGeom>
            <a:avLst/>
            <a:gdLst/>
            <a:ahLst/>
            <a:cxnLst/>
            <a:rect l="l" t="t" r="r" b="b"/>
            <a:pathLst>
              <a:path w="165652" h="165652">
                <a:moveTo>
                  <a:pt x="0" y="23295"/>
                </a:moveTo>
                <a:cubicBezTo>
                  <a:pt x="0" y="19024"/>
                  <a:pt x="3462" y="15530"/>
                  <a:pt x="7765" y="15530"/>
                </a:cubicBezTo>
                <a:lnTo>
                  <a:pt x="23295" y="15530"/>
                </a:lnTo>
                <a:cubicBezTo>
                  <a:pt x="27598" y="15530"/>
                  <a:pt x="31060" y="18992"/>
                  <a:pt x="31060" y="23295"/>
                </a:cubicBezTo>
                <a:lnTo>
                  <a:pt x="31060" y="56943"/>
                </a:lnTo>
                <a:lnTo>
                  <a:pt x="38825" y="56943"/>
                </a:lnTo>
                <a:cubicBezTo>
                  <a:pt x="43128" y="56943"/>
                  <a:pt x="46590" y="60405"/>
                  <a:pt x="46590" y="64708"/>
                </a:cubicBezTo>
                <a:cubicBezTo>
                  <a:pt x="46590" y="69011"/>
                  <a:pt x="43128" y="72473"/>
                  <a:pt x="38825" y="72473"/>
                </a:cubicBezTo>
                <a:lnTo>
                  <a:pt x="7765" y="72473"/>
                </a:lnTo>
                <a:cubicBezTo>
                  <a:pt x="3462" y="72473"/>
                  <a:pt x="0" y="69011"/>
                  <a:pt x="0" y="64708"/>
                </a:cubicBezTo>
                <a:cubicBezTo>
                  <a:pt x="0" y="60405"/>
                  <a:pt x="3462" y="56943"/>
                  <a:pt x="7765" y="56943"/>
                </a:cubicBezTo>
                <a:lnTo>
                  <a:pt x="15530" y="56943"/>
                </a:lnTo>
                <a:lnTo>
                  <a:pt x="15530" y="31060"/>
                </a:lnTo>
                <a:lnTo>
                  <a:pt x="7765" y="31060"/>
                </a:lnTo>
                <a:cubicBezTo>
                  <a:pt x="3462" y="31060"/>
                  <a:pt x="0" y="27598"/>
                  <a:pt x="0" y="23295"/>
                </a:cubicBezTo>
                <a:close/>
                <a:moveTo>
                  <a:pt x="9836" y="97450"/>
                </a:moveTo>
                <a:cubicBezTo>
                  <a:pt x="13524" y="94668"/>
                  <a:pt x="18021" y="93179"/>
                  <a:pt x="22648" y="93179"/>
                </a:cubicBezTo>
                <a:lnTo>
                  <a:pt x="24233" y="93179"/>
                </a:lnTo>
                <a:cubicBezTo>
                  <a:pt x="35136" y="93179"/>
                  <a:pt x="44001" y="102044"/>
                  <a:pt x="44001" y="112948"/>
                </a:cubicBezTo>
                <a:cubicBezTo>
                  <a:pt x="44001" y="119289"/>
                  <a:pt x="40960" y="125210"/>
                  <a:pt x="35848" y="128930"/>
                </a:cubicBezTo>
                <a:lnTo>
                  <a:pt x="28083" y="134592"/>
                </a:lnTo>
                <a:lnTo>
                  <a:pt x="38825" y="134592"/>
                </a:lnTo>
                <a:cubicBezTo>
                  <a:pt x="43128" y="134592"/>
                  <a:pt x="46590" y="138054"/>
                  <a:pt x="46590" y="142357"/>
                </a:cubicBezTo>
                <a:cubicBezTo>
                  <a:pt x="46590" y="146660"/>
                  <a:pt x="43128" y="150122"/>
                  <a:pt x="38825" y="150122"/>
                </a:cubicBezTo>
                <a:lnTo>
                  <a:pt x="9480" y="150122"/>
                </a:lnTo>
                <a:cubicBezTo>
                  <a:pt x="4238" y="150122"/>
                  <a:pt x="0" y="145884"/>
                  <a:pt x="0" y="140643"/>
                </a:cubicBezTo>
                <a:cubicBezTo>
                  <a:pt x="0" y="137601"/>
                  <a:pt x="1456" y="134754"/>
                  <a:pt x="3915" y="132975"/>
                </a:cubicBezTo>
                <a:lnTo>
                  <a:pt x="26724" y="116377"/>
                </a:lnTo>
                <a:cubicBezTo>
                  <a:pt x="27824" y="115568"/>
                  <a:pt x="28471" y="114306"/>
                  <a:pt x="28471" y="112948"/>
                </a:cubicBezTo>
                <a:cubicBezTo>
                  <a:pt x="28471" y="110618"/>
                  <a:pt x="26563" y="108709"/>
                  <a:pt x="24233" y="108709"/>
                </a:cubicBezTo>
                <a:lnTo>
                  <a:pt x="22648" y="108709"/>
                </a:lnTo>
                <a:cubicBezTo>
                  <a:pt x="21386" y="108709"/>
                  <a:pt x="20157" y="109130"/>
                  <a:pt x="19154" y="109874"/>
                </a:cubicBezTo>
                <a:lnTo>
                  <a:pt x="12424" y="114921"/>
                </a:lnTo>
                <a:cubicBezTo>
                  <a:pt x="8994" y="117510"/>
                  <a:pt x="4141" y="116798"/>
                  <a:pt x="1553" y="113368"/>
                </a:cubicBezTo>
                <a:cubicBezTo>
                  <a:pt x="-1035" y="109939"/>
                  <a:pt x="-324" y="105086"/>
                  <a:pt x="3106" y="102497"/>
                </a:cubicBezTo>
                <a:lnTo>
                  <a:pt x="9836" y="97450"/>
                </a:lnTo>
                <a:close/>
                <a:moveTo>
                  <a:pt x="72473" y="20707"/>
                </a:moveTo>
                <a:lnTo>
                  <a:pt x="155299" y="20707"/>
                </a:lnTo>
                <a:cubicBezTo>
                  <a:pt x="161026" y="20707"/>
                  <a:pt x="165652" y="25333"/>
                  <a:pt x="165652" y="31060"/>
                </a:cubicBezTo>
                <a:cubicBezTo>
                  <a:pt x="165652" y="36786"/>
                  <a:pt x="161026" y="41413"/>
                  <a:pt x="155299" y="41413"/>
                </a:cubicBezTo>
                <a:lnTo>
                  <a:pt x="72473" y="41413"/>
                </a:lnTo>
                <a:cubicBezTo>
                  <a:pt x="66746" y="41413"/>
                  <a:pt x="62120" y="36786"/>
                  <a:pt x="62120" y="31060"/>
                </a:cubicBezTo>
                <a:cubicBezTo>
                  <a:pt x="62120" y="25333"/>
                  <a:pt x="66746" y="20707"/>
                  <a:pt x="72473" y="20707"/>
                </a:cubicBezTo>
                <a:close/>
                <a:moveTo>
                  <a:pt x="72473" y="72473"/>
                </a:moveTo>
                <a:lnTo>
                  <a:pt x="155299" y="72473"/>
                </a:lnTo>
                <a:cubicBezTo>
                  <a:pt x="161026" y="72473"/>
                  <a:pt x="165652" y="77099"/>
                  <a:pt x="165652" y="82826"/>
                </a:cubicBezTo>
                <a:cubicBezTo>
                  <a:pt x="165652" y="88553"/>
                  <a:pt x="161026" y="93179"/>
                  <a:pt x="155299" y="93179"/>
                </a:cubicBezTo>
                <a:lnTo>
                  <a:pt x="72473" y="93179"/>
                </a:lnTo>
                <a:cubicBezTo>
                  <a:pt x="66746" y="93179"/>
                  <a:pt x="62120" y="88553"/>
                  <a:pt x="62120" y="82826"/>
                </a:cubicBezTo>
                <a:cubicBezTo>
                  <a:pt x="62120" y="77099"/>
                  <a:pt x="66746" y="72473"/>
                  <a:pt x="72473" y="72473"/>
                </a:cubicBezTo>
                <a:close/>
                <a:moveTo>
                  <a:pt x="72473" y="124239"/>
                </a:moveTo>
                <a:lnTo>
                  <a:pt x="155299" y="124239"/>
                </a:lnTo>
                <a:cubicBezTo>
                  <a:pt x="161026" y="124239"/>
                  <a:pt x="165652" y="128866"/>
                  <a:pt x="165652" y="134592"/>
                </a:cubicBezTo>
                <a:cubicBezTo>
                  <a:pt x="165652" y="140319"/>
                  <a:pt x="161026" y="144946"/>
                  <a:pt x="155299" y="144946"/>
                </a:cubicBezTo>
                <a:lnTo>
                  <a:pt x="72473" y="144946"/>
                </a:lnTo>
                <a:cubicBezTo>
                  <a:pt x="66746" y="144946"/>
                  <a:pt x="62120" y="140319"/>
                  <a:pt x="62120" y="134592"/>
                </a:cubicBezTo>
                <a:cubicBezTo>
                  <a:pt x="62120" y="128866"/>
                  <a:pt x="66746" y="124239"/>
                  <a:pt x="72473" y="124239"/>
                </a:cubicBez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0" name="Text 38"/>
          <p:cNvSpPr/>
          <p:nvPr/>
        </p:nvSpPr>
        <p:spPr>
          <a:xfrm>
            <a:off x="4558153" y="1192696"/>
            <a:ext cx="72555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Распределение по приоритетам</a:t>
            </a:r>
            <a:endParaRPr lang="en-US" sz="1600" dirty="0"/>
          </a:p>
        </p:txBody>
      </p:sp>
      <p:pic>
        <p:nvPicPr>
          <p:cNvPr id="41" name="Image 0" descr="https://kimi-img.moonshot.cn/pub/slides/26-03-26-23:57:53-d72lf087aa3d4tbcqj3g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51087" y="1524000"/>
            <a:ext cx="6319630" cy="1656522"/>
          </a:xfrm>
          <a:prstGeom prst="roundRect">
            <a:avLst>
              <a:gd name="adj" fmla="val 0"/>
            </a:avLst>
          </a:prstGeom>
        </p:spPr>
      </p:pic>
      <p:sp>
        <p:nvSpPr>
          <p:cNvPr id="42" name="Shape 39"/>
          <p:cNvSpPr/>
          <p:nvPr/>
        </p:nvSpPr>
        <p:spPr>
          <a:xfrm>
            <a:off x="4218566" y="3429000"/>
            <a:ext cx="7644848" cy="2633870"/>
          </a:xfrm>
          <a:custGeom>
            <a:avLst/>
            <a:gdLst/>
            <a:ahLst/>
            <a:cxnLst/>
            <a:rect l="l" t="t" r="r" b="b"/>
            <a:pathLst>
              <a:path w="7644848" h="2633870">
                <a:moveTo>
                  <a:pt x="33130" y="0"/>
                </a:moveTo>
                <a:lnTo>
                  <a:pt x="7611717" y="0"/>
                </a:lnTo>
                <a:cubicBezTo>
                  <a:pt x="7630015" y="0"/>
                  <a:pt x="7644848" y="14833"/>
                  <a:pt x="7644848" y="33130"/>
                </a:cubicBezTo>
                <a:lnTo>
                  <a:pt x="7644848" y="2534467"/>
                </a:lnTo>
                <a:cubicBezTo>
                  <a:pt x="7644848" y="2589366"/>
                  <a:pt x="7600344" y="2633870"/>
                  <a:pt x="7545446" y="2633870"/>
                </a:cubicBezTo>
                <a:lnTo>
                  <a:pt x="99402" y="2633870"/>
                </a:lnTo>
                <a:cubicBezTo>
                  <a:pt x="44504" y="2633870"/>
                  <a:pt x="0" y="2589366"/>
                  <a:pt x="0" y="2534467"/>
                </a:cubicBez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24239" dist="8282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218566" y="3429000"/>
            <a:ext cx="7644848" cy="33130"/>
          </a:xfrm>
          <a:custGeom>
            <a:avLst/>
            <a:gdLst/>
            <a:ahLst/>
            <a:cxnLst/>
            <a:rect l="l" t="t" r="r" b="b"/>
            <a:pathLst>
              <a:path w="7644848" h="33130">
                <a:moveTo>
                  <a:pt x="33130" y="0"/>
                </a:moveTo>
                <a:lnTo>
                  <a:pt x="7611717" y="0"/>
                </a:lnTo>
                <a:cubicBezTo>
                  <a:pt x="7630015" y="0"/>
                  <a:pt x="7644848" y="14833"/>
                  <a:pt x="7644848" y="33130"/>
                </a:cubicBezTo>
                <a:lnTo>
                  <a:pt x="7644848" y="33130"/>
                </a:lnTo>
                <a:lnTo>
                  <a:pt x="0" y="33130"/>
                </a:lnTo>
                <a:lnTo>
                  <a:pt x="0" y="33130"/>
                </a:lnTo>
                <a:cubicBezTo>
                  <a:pt x="0" y="14833"/>
                  <a:pt x="14833" y="0"/>
                  <a:pt x="33130" y="0"/>
                </a:cubicBezTo>
                <a:close/>
              </a:path>
            </a:pathLst>
          </a:custGeom>
          <a:solidFill>
            <a:srgbClr val="2C5F2D"/>
          </a:solidFill>
          <a:ln/>
        </p:spPr>
      </p:sp>
      <p:sp>
        <p:nvSpPr>
          <p:cNvPr id="44" name="Shape 41"/>
          <p:cNvSpPr/>
          <p:nvPr/>
        </p:nvSpPr>
        <p:spPr>
          <a:xfrm>
            <a:off x="4392500" y="3611217"/>
            <a:ext cx="124239" cy="165652"/>
          </a:xfrm>
          <a:custGeom>
            <a:avLst/>
            <a:gdLst/>
            <a:ahLst/>
            <a:cxnLst/>
            <a:rect l="l" t="t" r="r" b="b"/>
            <a:pathLst>
              <a:path w="124239" h="165652">
                <a:moveTo>
                  <a:pt x="80852" y="21612"/>
                </a:moveTo>
                <a:cubicBezTo>
                  <a:pt x="84217" y="16986"/>
                  <a:pt x="83182" y="10515"/>
                  <a:pt x="78555" y="7150"/>
                </a:cubicBezTo>
                <a:cubicBezTo>
                  <a:pt x="73929" y="3785"/>
                  <a:pt x="67458" y="4821"/>
                  <a:pt x="64093" y="9447"/>
                </a:cubicBezTo>
                <a:lnTo>
                  <a:pt x="29798" y="56587"/>
                </a:lnTo>
                <a:lnTo>
                  <a:pt x="17665" y="44454"/>
                </a:lnTo>
                <a:cubicBezTo>
                  <a:pt x="13621" y="40410"/>
                  <a:pt x="7053" y="40410"/>
                  <a:pt x="3009" y="44454"/>
                </a:cubicBezTo>
                <a:cubicBezTo>
                  <a:pt x="-1035" y="48499"/>
                  <a:pt x="-1035" y="55066"/>
                  <a:pt x="3009" y="59111"/>
                </a:cubicBezTo>
                <a:lnTo>
                  <a:pt x="23715" y="79817"/>
                </a:lnTo>
                <a:cubicBezTo>
                  <a:pt x="25851" y="81953"/>
                  <a:pt x="28827" y="83053"/>
                  <a:pt x="31836" y="82826"/>
                </a:cubicBezTo>
                <a:cubicBezTo>
                  <a:pt x="34845" y="82600"/>
                  <a:pt x="37628" y="81047"/>
                  <a:pt x="39407" y="78588"/>
                </a:cubicBezTo>
                <a:lnTo>
                  <a:pt x="80820" y="21645"/>
                </a:lnTo>
                <a:close/>
                <a:moveTo>
                  <a:pt x="122266" y="65614"/>
                </a:moveTo>
                <a:cubicBezTo>
                  <a:pt x="125630" y="60987"/>
                  <a:pt x="124595" y="54516"/>
                  <a:pt x="119968" y="51152"/>
                </a:cubicBezTo>
                <a:cubicBezTo>
                  <a:pt x="115342" y="47787"/>
                  <a:pt x="108871" y="48822"/>
                  <a:pt x="105506" y="53449"/>
                </a:cubicBezTo>
                <a:lnTo>
                  <a:pt x="50505" y="129060"/>
                </a:lnTo>
                <a:lnTo>
                  <a:pt x="28019" y="106574"/>
                </a:lnTo>
                <a:cubicBezTo>
                  <a:pt x="23974" y="102530"/>
                  <a:pt x="17406" y="102530"/>
                  <a:pt x="13362" y="106574"/>
                </a:cubicBezTo>
                <a:cubicBezTo>
                  <a:pt x="9318" y="110618"/>
                  <a:pt x="9318" y="117186"/>
                  <a:pt x="13362" y="121230"/>
                </a:cubicBezTo>
                <a:lnTo>
                  <a:pt x="44422" y="152290"/>
                </a:lnTo>
                <a:cubicBezTo>
                  <a:pt x="46557" y="154425"/>
                  <a:pt x="49534" y="155525"/>
                  <a:pt x="52543" y="155299"/>
                </a:cubicBezTo>
                <a:cubicBezTo>
                  <a:pt x="55552" y="155072"/>
                  <a:pt x="58334" y="153519"/>
                  <a:pt x="60114" y="151061"/>
                </a:cubicBezTo>
                <a:lnTo>
                  <a:pt x="122233" y="65646"/>
                </a:lnTo>
                <a:close/>
              </a:path>
            </a:pathLst>
          </a:custGeom>
          <a:solidFill>
            <a:srgbClr val="97BC62"/>
          </a:solidFill>
          <a:ln/>
        </p:spPr>
      </p:sp>
      <p:sp>
        <p:nvSpPr>
          <p:cNvPr id="45" name="Text 42"/>
          <p:cNvSpPr/>
          <p:nvPr/>
        </p:nvSpPr>
        <p:spPr>
          <a:xfrm>
            <a:off x="4558153" y="3578087"/>
            <a:ext cx="7255565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2C5F2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Примеры тест-кейсов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4351087" y="3909391"/>
            <a:ext cx="3652630" cy="629478"/>
          </a:xfrm>
          <a:custGeom>
            <a:avLst/>
            <a:gdLst/>
            <a:ahLst/>
            <a:cxnLst/>
            <a:rect l="l" t="t" r="r" b="b"/>
            <a:pathLst>
              <a:path w="3652630" h="629478">
                <a:moveTo>
                  <a:pt x="66259" y="0"/>
                </a:moveTo>
                <a:lnTo>
                  <a:pt x="3586372" y="0"/>
                </a:lnTo>
                <a:cubicBezTo>
                  <a:pt x="3622965" y="0"/>
                  <a:pt x="3652630" y="29665"/>
                  <a:pt x="3652630" y="66259"/>
                </a:cubicBezTo>
                <a:lnTo>
                  <a:pt x="3652630" y="563219"/>
                </a:lnTo>
                <a:cubicBezTo>
                  <a:pt x="3652630" y="599813"/>
                  <a:pt x="3622965" y="629478"/>
                  <a:pt x="3586372" y="629478"/>
                </a:cubicBezTo>
                <a:lnTo>
                  <a:pt x="66259" y="629478"/>
                </a:lnTo>
                <a:cubicBezTo>
                  <a:pt x="29665" y="629478"/>
                  <a:pt x="0" y="599813"/>
                  <a:pt x="0" y="563219"/>
                </a:cubicBezTo>
                <a:lnTo>
                  <a:pt x="0" y="66259"/>
                </a:lnTo>
                <a:cubicBezTo>
                  <a:pt x="0" y="29665"/>
                  <a:pt x="29665" y="0"/>
                  <a:pt x="6625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47" name="Text 44"/>
          <p:cNvSpPr/>
          <p:nvPr/>
        </p:nvSpPr>
        <p:spPr>
          <a:xfrm>
            <a:off x="4417348" y="3975652"/>
            <a:ext cx="357808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TC-01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4417348" y="4141304"/>
            <a:ext cx="3569804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Успешная авторизация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417348" y="4306957"/>
            <a:ext cx="637761" cy="165652"/>
          </a:xfrm>
          <a:custGeom>
            <a:avLst/>
            <a:gdLst/>
            <a:ahLst/>
            <a:cxnLst/>
            <a:rect l="l" t="t" r="r" b="b"/>
            <a:pathLst>
              <a:path w="637761" h="165652">
                <a:moveTo>
                  <a:pt x="82826" y="0"/>
                </a:moveTo>
                <a:lnTo>
                  <a:pt x="554935" y="0"/>
                </a:lnTo>
                <a:cubicBezTo>
                  <a:pt x="600678" y="0"/>
                  <a:pt x="637761" y="37083"/>
                  <a:pt x="637761" y="82826"/>
                </a:cubicBezTo>
                <a:lnTo>
                  <a:pt x="637761" y="82826"/>
                </a:lnTo>
                <a:cubicBezTo>
                  <a:pt x="637761" y="128570"/>
                  <a:pt x="600678" y="165652"/>
                  <a:pt x="554935" y="165652"/>
                </a:cubicBezTo>
                <a:lnTo>
                  <a:pt x="82826" y="165652"/>
                </a:lnTo>
                <a:cubicBezTo>
                  <a:pt x="37083" y="165652"/>
                  <a:pt x="0" y="128570"/>
                  <a:pt x="0" y="82826"/>
                </a:cubicBezTo>
                <a:lnTo>
                  <a:pt x="0" y="82826"/>
                </a:lnTo>
                <a:cubicBezTo>
                  <a:pt x="0" y="37083"/>
                  <a:pt x="37083" y="0"/>
                  <a:pt x="82826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50" name="Text 47"/>
          <p:cNvSpPr/>
          <p:nvPr/>
        </p:nvSpPr>
        <p:spPr>
          <a:xfrm>
            <a:off x="4417348" y="4306957"/>
            <a:ext cx="687457" cy="165652"/>
          </a:xfrm>
          <a:prstGeom prst="rect">
            <a:avLst/>
          </a:prstGeom>
          <a:noFill/>
          <a:ln/>
        </p:spPr>
        <p:txBody>
          <a:bodyPr wrap="square" lIns="66261" tIns="16565" rIns="66261" bIns="16565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Пройден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8072696" y="3909391"/>
            <a:ext cx="3652630" cy="629478"/>
          </a:xfrm>
          <a:custGeom>
            <a:avLst/>
            <a:gdLst/>
            <a:ahLst/>
            <a:cxnLst/>
            <a:rect l="l" t="t" r="r" b="b"/>
            <a:pathLst>
              <a:path w="3652630" h="629478">
                <a:moveTo>
                  <a:pt x="66259" y="0"/>
                </a:moveTo>
                <a:lnTo>
                  <a:pt x="3586372" y="0"/>
                </a:lnTo>
                <a:cubicBezTo>
                  <a:pt x="3622965" y="0"/>
                  <a:pt x="3652630" y="29665"/>
                  <a:pt x="3652630" y="66259"/>
                </a:cubicBezTo>
                <a:lnTo>
                  <a:pt x="3652630" y="563219"/>
                </a:lnTo>
                <a:cubicBezTo>
                  <a:pt x="3652630" y="599813"/>
                  <a:pt x="3622965" y="629478"/>
                  <a:pt x="3586372" y="629478"/>
                </a:cubicBezTo>
                <a:lnTo>
                  <a:pt x="66259" y="629478"/>
                </a:lnTo>
                <a:cubicBezTo>
                  <a:pt x="29665" y="629478"/>
                  <a:pt x="0" y="599813"/>
                  <a:pt x="0" y="563219"/>
                </a:cubicBezTo>
                <a:lnTo>
                  <a:pt x="0" y="66259"/>
                </a:lnTo>
                <a:cubicBezTo>
                  <a:pt x="0" y="29665"/>
                  <a:pt x="29665" y="0"/>
                  <a:pt x="6625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2" name="Text 49"/>
          <p:cNvSpPr/>
          <p:nvPr/>
        </p:nvSpPr>
        <p:spPr>
          <a:xfrm>
            <a:off x="8138957" y="3975652"/>
            <a:ext cx="357808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TC-03</a:t>
            </a:r>
            <a:endParaRPr lang="en-US" sz="1600" dirty="0"/>
          </a:p>
        </p:txBody>
      </p:sp>
      <p:sp>
        <p:nvSpPr>
          <p:cNvPr id="53" name="Text 50"/>
          <p:cNvSpPr/>
          <p:nvPr/>
        </p:nvSpPr>
        <p:spPr>
          <a:xfrm>
            <a:off x="8138957" y="4141304"/>
            <a:ext cx="3569804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Регистрация кладовщика</a:t>
            </a:r>
            <a:endParaRPr lang="en-US" sz="1600" dirty="0"/>
          </a:p>
        </p:txBody>
      </p:sp>
      <p:sp>
        <p:nvSpPr>
          <p:cNvPr id="54" name="Shape 51"/>
          <p:cNvSpPr/>
          <p:nvPr/>
        </p:nvSpPr>
        <p:spPr>
          <a:xfrm>
            <a:off x="8138957" y="4306957"/>
            <a:ext cx="637761" cy="165652"/>
          </a:xfrm>
          <a:custGeom>
            <a:avLst/>
            <a:gdLst/>
            <a:ahLst/>
            <a:cxnLst/>
            <a:rect l="l" t="t" r="r" b="b"/>
            <a:pathLst>
              <a:path w="637761" h="165652">
                <a:moveTo>
                  <a:pt x="82826" y="0"/>
                </a:moveTo>
                <a:lnTo>
                  <a:pt x="554935" y="0"/>
                </a:lnTo>
                <a:cubicBezTo>
                  <a:pt x="600678" y="0"/>
                  <a:pt x="637761" y="37083"/>
                  <a:pt x="637761" y="82826"/>
                </a:cubicBezTo>
                <a:lnTo>
                  <a:pt x="637761" y="82826"/>
                </a:lnTo>
                <a:cubicBezTo>
                  <a:pt x="637761" y="128570"/>
                  <a:pt x="600678" y="165652"/>
                  <a:pt x="554935" y="165652"/>
                </a:cubicBezTo>
                <a:lnTo>
                  <a:pt x="82826" y="165652"/>
                </a:lnTo>
                <a:cubicBezTo>
                  <a:pt x="37083" y="165652"/>
                  <a:pt x="0" y="128570"/>
                  <a:pt x="0" y="82826"/>
                </a:cubicBezTo>
                <a:lnTo>
                  <a:pt x="0" y="82826"/>
                </a:lnTo>
                <a:cubicBezTo>
                  <a:pt x="0" y="37083"/>
                  <a:pt x="37083" y="0"/>
                  <a:pt x="82826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55" name="Text 52"/>
          <p:cNvSpPr/>
          <p:nvPr/>
        </p:nvSpPr>
        <p:spPr>
          <a:xfrm>
            <a:off x="8138957" y="4306957"/>
            <a:ext cx="687457" cy="165652"/>
          </a:xfrm>
          <a:prstGeom prst="rect">
            <a:avLst/>
          </a:prstGeom>
          <a:noFill/>
          <a:ln/>
        </p:spPr>
        <p:txBody>
          <a:bodyPr wrap="square" lIns="66261" tIns="16565" rIns="66261" bIns="16565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Пройден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4351087" y="4605130"/>
            <a:ext cx="3652630" cy="629478"/>
          </a:xfrm>
          <a:custGeom>
            <a:avLst/>
            <a:gdLst/>
            <a:ahLst/>
            <a:cxnLst/>
            <a:rect l="l" t="t" r="r" b="b"/>
            <a:pathLst>
              <a:path w="3652630" h="629478">
                <a:moveTo>
                  <a:pt x="66259" y="0"/>
                </a:moveTo>
                <a:lnTo>
                  <a:pt x="3586372" y="0"/>
                </a:lnTo>
                <a:cubicBezTo>
                  <a:pt x="3622965" y="0"/>
                  <a:pt x="3652630" y="29665"/>
                  <a:pt x="3652630" y="66259"/>
                </a:cubicBezTo>
                <a:lnTo>
                  <a:pt x="3652630" y="563219"/>
                </a:lnTo>
                <a:cubicBezTo>
                  <a:pt x="3652630" y="599813"/>
                  <a:pt x="3622965" y="629478"/>
                  <a:pt x="3586372" y="629478"/>
                </a:cubicBezTo>
                <a:lnTo>
                  <a:pt x="66259" y="629478"/>
                </a:lnTo>
                <a:cubicBezTo>
                  <a:pt x="29665" y="629478"/>
                  <a:pt x="0" y="599813"/>
                  <a:pt x="0" y="563219"/>
                </a:cubicBezTo>
                <a:lnTo>
                  <a:pt x="0" y="66259"/>
                </a:lnTo>
                <a:cubicBezTo>
                  <a:pt x="0" y="29665"/>
                  <a:pt x="29665" y="0"/>
                  <a:pt x="6625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57" name="Text 54"/>
          <p:cNvSpPr/>
          <p:nvPr/>
        </p:nvSpPr>
        <p:spPr>
          <a:xfrm>
            <a:off x="4417348" y="4671391"/>
            <a:ext cx="357808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TC-06</a:t>
            </a:r>
            <a:endParaRPr lang="en-US" sz="1600" dirty="0"/>
          </a:p>
        </p:txBody>
      </p:sp>
      <p:sp>
        <p:nvSpPr>
          <p:cNvPr id="58" name="Text 55"/>
          <p:cNvSpPr/>
          <p:nvPr/>
        </p:nvSpPr>
        <p:spPr>
          <a:xfrm>
            <a:off x="4417348" y="4837043"/>
            <a:ext cx="3569804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Добавление товара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4417348" y="5002696"/>
            <a:ext cx="637761" cy="165652"/>
          </a:xfrm>
          <a:custGeom>
            <a:avLst/>
            <a:gdLst/>
            <a:ahLst/>
            <a:cxnLst/>
            <a:rect l="l" t="t" r="r" b="b"/>
            <a:pathLst>
              <a:path w="637761" h="165652">
                <a:moveTo>
                  <a:pt x="82826" y="0"/>
                </a:moveTo>
                <a:lnTo>
                  <a:pt x="554935" y="0"/>
                </a:lnTo>
                <a:cubicBezTo>
                  <a:pt x="600678" y="0"/>
                  <a:pt x="637761" y="37083"/>
                  <a:pt x="637761" y="82826"/>
                </a:cubicBezTo>
                <a:lnTo>
                  <a:pt x="637761" y="82826"/>
                </a:lnTo>
                <a:cubicBezTo>
                  <a:pt x="637761" y="128570"/>
                  <a:pt x="600678" y="165652"/>
                  <a:pt x="554935" y="165652"/>
                </a:cubicBezTo>
                <a:lnTo>
                  <a:pt x="82826" y="165652"/>
                </a:lnTo>
                <a:cubicBezTo>
                  <a:pt x="37083" y="165652"/>
                  <a:pt x="0" y="128570"/>
                  <a:pt x="0" y="82826"/>
                </a:cubicBezTo>
                <a:lnTo>
                  <a:pt x="0" y="82826"/>
                </a:lnTo>
                <a:cubicBezTo>
                  <a:pt x="0" y="37083"/>
                  <a:pt x="37083" y="0"/>
                  <a:pt x="82826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60" name="Text 57"/>
          <p:cNvSpPr/>
          <p:nvPr/>
        </p:nvSpPr>
        <p:spPr>
          <a:xfrm>
            <a:off x="4417348" y="5002696"/>
            <a:ext cx="687457" cy="165652"/>
          </a:xfrm>
          <a:prstGeom prst="rect">
            <a:avLst/>
          </a:prstGeom>
          <a:noFill/>
          <a:ln/>
        </p:spPr>
        <p:txBody>
          <a:bodyPr wrap="square" lIns="66261" tIns="16565" rIns="66261" bIns="16565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Пройден</a:t>
            </a:r>
            <a:endParaRPr lang="en-US" sz="1600" dirty="0"/>
          </a:p>
        </p:txBody>
      </p:sp>
      <p:sp>
        <p:nvSpPr>
          <p:cNvPr id="61" name="Shape 58"/>
          <p:cNvSpPr/>
          <p:nvPr/>
        </p:nvSpPr>
        <p:spPr>
          <a:xfrm>
            <a:off x="8072696" y="4605130"/>
            <a:ext cx="3652630" cy="629478"/>
          </a:xfrm>
          <a:custGeom>
            <a:avLst/>
            <a:gdLst/>
            <a:ahLst/>
            <a:cxnLst/>
            <a:rect l="l" t="t" r="r" b="b"/>
            <a:pathLst>
              <a:path w="3652630" h="629478">
                <a:moveTo>
                  <a:pt x="66259" y="0"/>
                </a:moveTo>
                <a:lnTo>
                  <a:pt x="3586372" y="0"/>
                </a:lnTo>
                <a:cubicBezTo>
                  <a:pt x="3622965" y="0"/>
                  <a:pt x="3652630" y="29665"/>
                  <a:pt x="3652630" y="66259"/>
                </a:cubicBezTo>
                <a:lnTo>
                  <a:pt x="3652630" y="563219"/>
                </a:lnTo>
                <a:cubicBezTo>
                  <a:pt x="3652630" y="599813"/>
                  <a:pt x="3622965" y="629478"/>
                  <a:pt x="3586372" y="629478"/>
                </a:cubicBezTo>
                <a:lnTo>
                  <a:pt x="66259" y="629478"/>
                </a:lnTo>
                <a:cubicBezTo>
                  <a:pt x="29665" y="629478"/>
                  <a:pt x="0" y="599813"/>
                  <a:pt x="0" y="563219"/>
                </a:cubicBezTo>
                <a:lnTo>
                  <a:pt x="0" y="66259"/>
                </a:lnTo>
                <a:cubicBezTo>
                  <a:pt x="0" y="29665"/>
                  <a:pt x="29665" y="0"/>
                  <a:pt x="6625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2" name="Text 59"/>
          <p:cNvSpPr/>
          <p:nvPr/>
        </p:nvSpPr>
        <p:spPr>
          <a:xfrm>
            <a:off x="8138957" y="4671391"/>
            <a:ext cx="357808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TC-11</a:t>
            </a:r>
            <a:endParaRPr lang="en-US" sz="1600" dirty="0"/>
          </a:p>
        </p:txBody>
      </p:sp>
      <p:sp>
        <p:nvSpPr>
          <p:cNvPr id="63" name="Text 60"/>
          <p:cNvSpPr/>
          <p:nvPr/>
        </p:nvSpPr>
        <p:spPr>
          <a:xfrm>
            <a:off x="8138957" y="4837043"/>
            <a:ext cx="3569804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Успешная отгрузка</a:t>
            </a:r>
            <a:endParaRPr lang="en-US" sz="1600" dirty="0"/>
          </a:p>
        </p:txBody>
      </p:sp>
      <p:sp>
        <p:nvSpPr>
          <p:cNvPr id="64" name="Shape 61"/>
          <p:cNvSpPr/>
          <p:nvPr/>
        </p:nvSpPr>
        <p:spPr>
          <a:xfrm>
            <a:off x="8138957" y="5002696"/>
            <a:ext cx="637761" cy="165652"/>
          </a:xfrm>
          <a:custGeom>
            <a:avLst/>
            <a:gdLst/>
            <a:ahLst/>
            <a:cxnLst/>
            <a:rect l="l" t="t" r="r" b="b"/>
            <a:pathLst>
              <a:path w="637761" h="165652">
                <a:moveTo>
                  <a:pt x="82826" y="0"/>
                </a:moveTo>
                <a:lnTo>
                  <a:pt x="554935" y="0"/>
                </a:lnTo>
                <a:cubicBezTo>
                  <a:pt x="600678" y="0"/>
                  <a:pt x="637761" y="37083"/>
                  <a:pt x="637761" y="82826"/>
                </a:cubicBezTo>
                <a:lnTo>
                  <a:pt x="637761" y="82826"/>
                </a:lnTo>
                <a:cubicBezTo>
                  <a:pt x="637761" y="128570"/>
                  <a:pt x="600678" y="165652"/>
                  <a:pt x="554935" y="165652"/>
                </a:cubicBezTo>
                <a:lnTo>
                  <a:pt x="82826" y="165652"/>
                </a:lnTo>
                <a:cubicBezTo>
                  <a:pt x="37083" y="165652"/>
                  <a:pt x="0" y="128570"/>
                  <a:pt x="0" y="82826"/>
                </a:cubicBezTo>
                <a:lnTo>
                  <a:pt x="0" y="82826"/>
                </a:lnTo>
                <a:cubicBezTo>
                  <a:pt x="0" y="37083"/>
                  <a:pt x="37083" y="0"/>
                  <a:pt x="82826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65" name="Text 62"/>
          <p:cNvSpPr/>
          <p:nvPr/>
        </p:nvSpPr>
        <p:spPr>
          <a:xfrm>
            <a:off x="8138957" y="5002696"/>
            <a:ext cx="687457" cy="165652"/>
          </a:xfrm>
          <a:prstGeom prst="rect">
            <a:avLst/>
          </a:prstGeom>
          <a:noFill/>
          <a:ln/>
        </p:spPr>
        <p:txBody>
          <a:bodyPr wrap="square" lIns="66261" tIns="16565" rIns="66261" bIns="16565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Пройден</a:t>
            </a:r>
            <a:endParaRPr lang="en-US" sz="1600" dirty="0"/>
          </a:p>
        </p:txBody>
      </p:sp>
      <p:sp>
        <p:nvSpPr>
          <p:cNvPr id="66" name="Shape 63"/>
          <p:cNvSpPr/>
          <p:nvPr/>
        </p:nvSpPr>
        <p:spPr>
          <a:xfrm>
            <a:off x="4351087" y="5300870"/>
            <a:ext cx="3652630" cy="629478"/>
          </a:xfrm>
          <a:custGeom>
            <a:avLst/>
            <a:gdLst/>
            <a:ahLst/>
            <a:cxnLst/>
            <a:rect l="l" t="t" r="r" b="b"/>
            <a:pathLst>
              <a:path w="3652630" h="629478">
                <a:moveTo>
                  <a:pt x="66259" y="0"/>
                </a:moveTo>
                <a:lnTo>
                  <a:pt x="3586372" y="0"/>
                </a:lnTo>
                <a:cubicBezTo>
                  <a:pt x="3622965" y="0"/>
                  <a:pt x="3652630" y="29665"/>
                  <a:pt x="3652630" y="66259"/>
                </a:cubicBezTo>
                <a:lnTo>
                  <a:pt x="3652630" y="563219"/>
                </a:lnTo>
                <a:cubicBezTo>
                  <a:pt x="3652630" y="599813"/>
                  <a:pt x="3622965" y="629478"/>
                  <a:pt x="3586372" y="629478"/>
                </a:cubicBezTo>
                <a:lnTo>
                  <a:pt x="66259" y="629478"/>
                </a:lnTo>
                <a:cubicBezTo>
                  <a:pt x="29665" y="629478"/>
                  <a:pt x="0" y="599813"/>
                  <a:pt x="0" y="563219"/>
                </a:cubicBezTo>
                <a:lnTo>
                  <a:pt x="0" y="66259"/>
                </a:lnTo>
                <a:cubicBezTo>
                  <a:pt x="0" y="29665"/>
                  <a:pt x="29665" y="0"/>
                  <a:pt x="6625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67" name="Text 64"/>
          <p:cNvSpPr/>
          <p:nvPr/>
        </p:nvSpPr>
        <p:spPr>
          <a:xfrm>
            <a:off x="4417348" y="5367130"/>
            <a:ext cx="357808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TC-12</a:t>
            </a:r>
            <a:endParaRPr lang="en-US" sz="1600" dirty="0"/>
          </a:p>
        </p:txBody>
      </p:sp>
      <p:sp>
        <p:nvSpPr>
          <p:cNvPr id="68" name="Text 65"/>
          <p:cNvSpPr/>
          <p:nvPr/>
        </p:nvSpPr>
        <p:spPr>
          <a:xfrm>
            <a:off x="4417348" y="5532783"/>
            <a:ext cx="3569804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Блокировка при нехватке</a:t>
            </a:r>
            <a:endParaRPr lang="en-US" sz="1600" dirty="0"/>
          </a:p>
        </p:txBody>
      </p:sp>
      <p:sp>
        <p:nvSpPr>
          <p:cNvPr id="69" name="Shape 66"/>
          <p:cNvSpPr/>
          <p:nvPr/>
        </p:nvSpPr>
        <p:spPr>
          <a:xfrm>
            <a:off x="4417348" y="5698435"/>
            <a:ext cx="637761" cy="165652"/>
          </a:xfrm>
          <a:custGeom>
            <a:avLst/>
            <a:gdLst/>
            <a:ahLst/>
            <a:cxnLst/>
            <a:rect l="l" t="t" r="r" b="b"/>
            <a:pathLst>
              <a:path w="637761" h="165652">
                <a:moveTo>
                  <a:pt x="82826" y="0"/>
                </a:moveTo>
                <a:lnTo>
                  <a:pt x="554935" y="0"/>
                </a:lnTo>
                <a:cubicBezTo>
                  <a:pt x="600678" y="0"/>
                  <a:pt x="637761" y="37083"/>
                  <a:pt x="637761" y="82826"/>
                </a:cubicBezTo>
                <a:lnTo>
                  <a:pt x="637761" y="82826"/>
                </a:lnTo>
                <a:cubicBezTo>
                  <a:pt x="637761" y="128570"/>
                  <a:pt x="600678" y="165652"/>
                  <a:pt x="554935" y="165652"/>
                </a:cubicBezTo>
                <a:lnTo>
                  <a:pt x="82826" y="165652"/>
                </a:lnTo>
                <a:cubicBezTo>
                  <a:pt x="37083" y="165652"/>
                  <a:pt x="0" y="128570"/>
                  <a:pt x="0" y="82826"/>
                </a:cubicBezTo>
                <a:lnTo>
                  <a:pt x="0" y="82826"/>
                </a:lnTo>
                <a:cubicBezTo>
                  <a:pt x="0" y="37083"/>
                  <a:pt x="37083" y="0"/>
                  <a:pt x="82826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70" name="Text 67"/>
          <p:cNvSpPr/>
          <p:nvPr/>
        </p:nvSpPr>
        <p:spPr>
          <a:xfrm>
            <a:off x="4417348" y="5698435"/>
            <a:ext cx="687457" cy="165652"/>
          </a:xfrm>
          <a:prstGeom prst="rect">
            <a:avLst/>
          </a:prstGeom>
          <a:noFill/>
          <a:ln/>
        </p:spPr>
        <p:txBody>
          <a:bodyPr wrap="square" lIns="66261" tIns="16565" rIns="66261" bIns="16565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Пройден</a:t>
            </a:r>
            <a:endParaRPr lang="en-US" sz="1600" dirty="0"/>
          </a:p>
        </p:txBody>
      </p:sp>
      <p:sp>
        <p:nvSpPr>
          <p:cNvPr id="71" name="Shape 68"/>
          <p:cNvSpPr/>
          <p:nvPr/>
        </p:nvSpPr>
        <p:spPr>
          <a:xfrm>
            <a:off x="8072696" y="5300870"/>
            <a:ext cx="3652630" cy="629478"/>
          </a:xfrm>
          <a:custGeom>
            <a:avLst/>
            <a:gdLst/>
            <a:ahLst/>
            <a:cxnLst/>
            <a:rect l="l" t="t" r="r" b="b"/>
            <a:pathLst>
              <a:path w="3652630" h="629478">
                <a:moveTo>
                  <a:pt x="66259" y="0"/>
                </a:moveTo>
                <a:lnTo>
                  <a:pt x="3586372" y="0"/>
                </a:lnTo>
                <a:cubicBezTo>
                  <a:pt x="3622965" y="0"/>
                  <a:pt x="3652630" y="29665"/>
                  <a:pt x="3652630" y="66259"/>
                </a:cubicBezTo>
                <a:lnTo>
                  <a:pt x="3652630" y="563219"/>
                </a:lnTo>
                <a:cubicBezTo>
                  <a:pt x="3652630" y="599813"/>
                  <a:pt x="3622965" y="629478"/>
                  <a:pt x="3586372" y="629478"/>
                </a:cubicBezTo>
                <a:lnTo>
                  <a:pt x="66259" y="629478"/>
                </a:lnTo>
                <a:cubicBezTo>
                  <a:pt x="29665" y="629478"/>
                  <a:pt x="0" y="599813"/>
                  <a:pt x="0" y="563219"/>
                </a:cubicBezTo>
                <a:lnTo>
                  <a:pt x="0" y="66259"/>
                </a:lnTo>
                <a:cubicBezTo>
                  <a:pt x="0" y="29665"/>
                  <a:pt x="29665" y="0"/>
                  <a:pt x="66259" y="0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2" name="Text 69"/>
          <p:cNvSpPr/>
          <p:nvPr/>
        </p:nvSpPr>
        <p:spPr>
          <a:xfrm>
            <a:off x="8138957" y="5367130"/>
            <a:ext cx="3578087" cy="165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13" b="1" dirty="0">
                <a:solidFill>
                  <a:srgbClr val="2C5F2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TC-14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8138957" y="5532783"/>
            <a:ext cx="3569804" cy="132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343A40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Разграничение прав</a:t>
            </a:r>
            <a:endParaRPr lang="en-US" sz="1600" dirty="0"/>
          </a:p>
        </p:txBody>
      </p:sp>
      <p:sp>
        <p:nvSpPr>
          <p:cNvPr id="74" name="Shape 71"/>
          <p:cNvSpPr/>
          <p:nvPr/>
        </p:nvSpPr>
        <p:spPr>
          <a:xfrm>
            <a:off x="8138957" y="5698435"/>
            <a:ext cx="637761" cy="165652"/>
          </a:xfrm>
          <a:custGeom>
            <a:avLst/>
            <a:gdLst/>
            <a:ahLst/>
            <a:cxnLst/>
            <a:rect l="l" t="t" r="r" b="b"/>
            <a:pathLst>
              <a:path w="637761" h="165652">
                <a:moveTo>
                  <a:pt x="82826" y="0"/>
                </a:moveTo>
                <a:lnTo>
                  <a:pt x="554935" y="0"/>
                </a:lnTo>
                <a:cubicBezTo>
                  <a:pt x="600678" y="0"/>
                  <a:pt x="637761" y="37083"/>
                  <a:pt x="637761" y="82826"/>
                </a:cubicBezTo>
                <a:lnTo>
                  <a:pt x="637761" y="82826"/>
                </a:lnTo>
                <a:cubicBezTo>
                  <a:pt x="637761" y="128570"/>
                  <a:pt x="600678" y="165652"/>
                  <a:pt x="554935" y="165652"/>
                </a:cubicBezTo>
                <a:lnTo>
                  <a:pt x="82826" y="165652"/>
                </a:lnTo>
                <a:cubicBezTo>
                  <a:pt x="37083" y="165652"/>
                  <a:pt x="0" y="128570"/>
                  <a:pt x="0" y="82826"/>
                </a:cubicBezTo>
                <a:lnTo>
                  <a:pt x="0" y="82826"/>
                </a:lnTo>
                <a:cubicBezTo>
                  <a:pt x="0" y="37083"/>
                  <a:pt x="37083" y="0"/>
                  <a:pt x="82826" y="0"/>
                </a:cubicBezTo>
                <a:close/>
              </a:path>
            </a:pathLst>
          </a:custGeom>
          <a:solidFill>
            <a:srgbClr val="DCFCE7"/>
          </a:solidFill>
          <a:ln/>
        </p:spPr>
      </p:sp>
      <p:sp>
        <p:nvSpPr>
          <p:cNvPr id="75" name="Text 72"/>
          <p:cNvSpPr/>
          <p:nvPr/>
        </p:nvSpPr>
        <p:spPr>
          <a:xfrm>
            <a:off x="8138957" y="5698435"/>
            <a:ext cx="687457" cy="165652"/>
          </a:xfrm>
          <a:prstGeom prst="rect">
            <a:avLst/>
          </a:prstGeom>
          <a:noFill/>
          <a:ln/>
        </p:spPr>
        <p:txBody>
          <a:bodyPr wrap="square" lIns="66261" tIns="16565" rIns="66261" bIns="16565" rtlCol="0" anchor="ctr"/>
          <a:lstStyle/>
          <a:p>
            <a:pPr>
              <a:lnSpc>
                <a:spcPct val="110000"/>
              </a:lnSpc>
            </a:pPr>
            <a:r>
              <a:rPr lang="en-US" sz="783" dirty="0">
                <a:solidFill>
                  <a:srgbClr val="0082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 Пройден</a:t>
            </a:r>
            <a:endParaRPr lang="en-US" sz="1600" dirty="0"/>
          </a:p>
        </p:txBody>
      </p:sp>
      <p:sp>
        <p:nvSpPr>
          <p:cNvPr id="76" name="Shape 73"/>
          <p:cNvSpPr/>
          <p:nvPr/>
        </p:nvSpPr>
        <p:spPr>
          <a:xfrm>
            <a:off x="331304" y="6162261"/>
            <a:ext cx="11529391" cy="695739"/>
          </a:xfrm>
          <a:custGeom>
            <a:avLst/>
            <a:gdLst/>
            <a:ahLst/>
            <a:cxnLst/>
            <a:rect l="l" t="t" r="r" b="b"/>
            <a:pathLst>
              <a:path w="11529391" h="695739">
                <a:moveTo>
                  <a:pt x="99393" y="0"/>
                </a:moveTo>
                <a:lnTo>
                  <a:pt x="11429998" y="0"/>
                </a:lnTo>
                <a:cubicBezTo>
                  <a:pt x="11484891" y="0"/>
                  <a:pt x="11529391" y="44500"/>
                  <a:pt x="11529391" y="99393"/>
                </a:cubicBezTo>
                <a:lnTo>
                  <a:pt x="11529391" y="596346"/>
                </a:lnTo>
                <a:cubicBezTo>
                  <a:pt x="11529391" y="651239"/>
                  <a:pt x="11484891" y="695739"/>
                  <a:pt x="11429998" y="695739"/>
                </a:cubicBezTo>
                <a:lnTo>
                  <a:pt x="99393" y="695739"/>
                </a:lnTo>
                <a:cubicBezTo>
                  <a:pt x="44500" y="695739"/>
                  <a:pt x="0" y="651239"/>
                  <a:pt x="0" y="596346"/>
                </a:cubicBezTo>
                <a:lnTo>
                  <a:pt x="0" y="99393"/>
                </a:lnTo>
                <a:cubicBezTo>
                  <a:pt x="0" y="44537"/>
                  <a:pt x="44537" y="0"/>
                  <a:pt x="99393" y="0"/>
                </a:cubicBezTo>
                <a:close/>
              </a:path>
            </a:pathLst>
          </a:custGeom>
          <a:gradFill flip="none" rotWithShape="1">
            <a:gsLst>
              <a:gs pos="0">
                <a:srgbClr val="2C5F2D"/>
              </a:gs>
              <a:gs pos="100000">
                <a:srgbClr val="97BC62"/>
              </a:gs>
            </a:gsLst>
            <a:lin ang="0" scaled="1"/>
          </a:gradFill>
          <a:ln/>
        </p:spPr>
      </p:sp>
      <p:sp>
        <p:nvSpPr>
          <p:cNvPr id="77" name="Shape 74"/>
          <p:cNvSpPr/>
          <p:nvPr/>
        </p:nvSpPr>
        <p:spPr>
          <a:xfrm>
            <a:off x="463826" y="6385891"/>
            <a:ext cx="248478" cy="248478"/>
          </a:xfrm>
          <a:custGeom>
            <a:avLst/>
            <a:gdLst/>
            <a:ahLst/>
            <a:cxnLst/>
            <a:rect l="l" t="t" r="r" b="b"/>
            <a:pathLst>
              <a:path w="248478" h="248478">
                <a:moveTo>
                  <a:pt x="70030" y="0"/>
                </a:moveTo>
                <a:lnTo>
                  <a:pt x="178739" y="0"/>
                </a:lnTo>
                <a:cubicBezTo>
                  <a:pt x="191600" y="0"/>
                  <a:pt x="202083" y="10580"/>
                  <a:pt x="201597" y="23392"/>
                </a:cubicBezTo>
                <a:cubicBezTo>
                  <a:pt x="201500" y="25964"/>
                  <a:pt x="201403" y="28536"/>
                  <a:pt x="201258" y="31060"/>
                </a:cubicBezTo>
                <a:lnTo>
                  <a:pt x="225329" y="31060"/>
                </a:lnTo>
                <a:cubicBezTo>
                  <a:pt x="237996" y="31060"/>
                  <a:pt x="249158" y="41542"/>
                  <a:pt x="248187" y="55228"/>
                </a:cubicBezTo>
                <a:cubicBezTo>
                  <a:pt x="244547" y="105555"/>
                  <a:pt x="218826" y="133217"/>
                  <a:pt x="190921" y="147680"/>
                </a:cubicBezTo>
                <a:cubicBezTo>
                  <a:pt x="183253" y="151659"/>
                  <a:pt x="175439" y="154619"/>
                  <a:pt x="168014" y="156803"/>
                </a:cubicBezTo>
                <a:cubicBezTo>
                  <a:pt x="158211" y="170683"/>
                  <a:pt x="148019" y="178011"/>
                  <a:pt x="139915" y="181942"/>
                </a:cubicBezTo>
                <a:lnTo>
                  <a:pt x="139915" y="217418"/>
                </a:lnTo>
                <a:lnTo>
                  <a:pt x="170974" y="217418"/>
                </a:lnTo>
                <a:cubicBezTo>
                  <a:pt x="179564" y="217418"/>
                  <a:pt x="186504" y="224358"/>
                  <a:pt x="186504" y="232948"/>
                </a:cubicBezTo>
                <a:cubicBezTo>
                  <a:pt x="186504" y="241538"/>
                  <a:pt x="179564" y="248478"/>
                  <a:pt x="170974" y="248478"/>
                </a:cubicBezTo>
                <a:lnTo>
                  <a:pt x="77795" y="248478"/>
                </a:lnTo>
                <a:cubicBezTo>
                  <a:pt x="69205" y="248478"/>
                  <a:pt x="62265" y="241538"/>
                  <a:pt x="62265" y="232948"/>
                </a:cubicBezTo>
                <a:cubicBezTo>
                  <a:pt x="62265" y="224358"/>
                  <a:pt x="69205" y="217418"/>
                  <a:pt x="77795" y="217418"/>
                </a:cubicBezTo>
                <a:lnTo>
                  <a:pt x="108855" y="217418"/>
                </a:lnTo>
                <a:lnTo>
                  <a:pt x="108855" y="181942"/>
                </a:lnTo>
                <a:cubicBezTo>
                  <a:pt x="101090" y="178206"/>
                  <a:pt x="91432" y="171266"/>
                  <a:pt x="82017" y="158502"/>
                </a:cubicBezTo>
                <a:cubicBezTo>
                  <a:pt x="73088" y="156172"/>
                  <a:pt x="63381" y="152630"/>
                  <a:pt x="53918" y="147291"/>
                </a:cubicBezTo>
                <a:cubicBezTo>
                  <a:pt x="27663" y="132586"/>
                  <a:pt x="3980" y="104875"/>
                  <a:pt x="582" y="55131"/>
                </a:cubicBezTo>
                <a:cubicBezTo>
                  <a:pt x="-340" y="41494"/>
                  <a:pt x="10774" y="31011"/>
                  <a:pt x="23440" y="31011"/>
                </a:cubicBezTo>
                <a:lnTo>
                  <a:pt x="47512" y="31011"/>
                </a:lnTo>
                <a:cubicBezTo>
                  <a:pt x="47366" y="28488"/>
                  <a:pt x="47269" y="25964"/>
                  <a:pt x="47172" y="23343"/>
                </a:cubicBezTo>
                <a:cubicBezTo>
                  <a:pt x="46687" y="10483"/>
                  <a:pt x="57169" y="-49"/>
                  <a:pt x="70030" y="-49"/>
                </a:cubicBezTo>
                <a:close/>
                <a:moveTo>
                  <a:pt x="49259" y="54355"/>
                </a:moveTo>
                <a:lnTo>
                  <a:pt x="23829" y="54355"/>
                </a:lnTo>
                <a:cubicBezTo>
                  <a:pt x="26838" y="95460"/>
                  <a:pt x="45716" y="116037"/>
                  <a:pt x="65177" y="126957"/>
                </a:cubicBezTo>
                <a:cubicBezTo>
                  <a:pt x="58189" y="108855"/>
                  <a:pt x="52413" y="85220"/>
                  <a:pt x="49259" y="54355"/>
                </a:cubicBezTo>
                <a:close/>
                <a:moveTo>
                  <a:pt x="184417" y="124627"/>
                </a:moveTo>
                <a:cubicBezTo>
                  <a:pt x="204072" y="113077"/>
                  <a:pt x="221835" y="92548"/>
                  <a:pt x="224844" y="54355"/>
                </a:cubicBezTo>
                <a:lnTo>
                  <a:pt x="199462" y="54355"/>
                </a:lnTo>
                <a:cubicBezTo>
                  <a:pt x="196453" y="83910"/>
                  <a:pt x="191018" y="106865"/>
                  <a:pt x="184417" y="124627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8" name="Text 75"/>
          <p:cNvSpPr/>
          <p:nvPr/>
        </p:nvSpPr>
        <p:spPr>
          <a:xfrm>
            <a:off x="840685" y="6294783"/>
            <a:ext cx="5623891" cy="23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4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Итог</a:t>
            </a:r>
            <a:endParaRPr lang="en-US" sz="1600" dirty="0"/>
          </a:p>
        </p:txBody>
      </p:sp>
      <p:sp>
        <p:nvSpPr>
          <p:cNvPr id="79" name="Text 76"/>
          <p:cNvSpPr/>
          <p:nvPr/>
        </p:nvSpPr>
        <p:spPr>
          <a:xfrm>
            <a:off x="840685" y="6526696"/>
            <a:ext cx="5607326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3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Все критические и высокоприоритетные тесты пройдены. Продукт готов к использованию.</a:t>
            </a:r>
            <a:endParaRPr lang="en-US" sz="1600" dirty="0"/>
          </a:p>
        </p:txBody>
      </p:sp>
      <p:sp>
        <p:nvSpPr>
          <p:cNvPr id="80" name="Text 77"/>
          <p:cNvSpPr/>
          <p:nvPr/>
        </p:nvSpPr>
        <p:spPr>
          <a:xfrm>
            <a:off x="10886713" y="6261652"/>
            <a:ext cx="877957" cy="2981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957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81" name="Text 78"/>
          <p:cNvSpPr/>
          <p:nvPr/>
        </p:nvSpPr>
        <p:spPr>
          <a:xfrm>
            <a:off x="10944691" y="6559826"/>
            <a:ext cx="819978" cy="198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043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Rate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rock-the-prototype.com/e649871f5a76b8888a3fe70d81d1237986bc1d31.jpg"/>
          <p:cNvPicPr>
            <a:picLocks noChangeAspect="1"/>
          </p:cNvPicPr>
          <p:nvPr/>
        </p:nvPicPr>
        <p:blipFill>
          <a:blip r:embed="rId3">
            <a:alphaModFix amt="15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C5F2D">
                  <a:alpha val="95000"/>
                </a:srgbClr>
              </a:gs>
              <a:gs pos="50000">
                <a:srgbClr val="97BC62">
                  <a:alpha val="90000"/>
                </a:srgbClr>
              </a:gs>
              <a:gs pos="100000">
                <a:srgbClr val="2C5F2D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53100" y="466725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342900" y="685800"/>
                </a:moveTo>
                <a:cubicBezTo>
                  <a:pt x="532152" y="685800"/>
                  <a:pt x="685800" y="532152"/>
                  <a:pt x="685800" y="342900"/>
                </a:cubicBezTo>
                <a:cubicBezTo>
                  <a:pt x="685800" y="153648"/>
                  <a:pt x="532152" y="0"/>
                  <a:pt x="342900" y="0"/>
                </a:cubicBezTo>
                <a:cubicBezTo>
                  <a:pt x="153648" y="0"/>
                  <a:pt x="0" y="153648"/>
                  <a:pt x="0" y="342900"/>
                </a:cubicBezTo>
                <a:cubicBezTo>
                  <a:pt x="0" y="532152"/>
                  <a:pt x="153648" y="685800"/>
                  <a:pt x="342900" y="685800"/>
                </a:cubicBezTo>
                <a:close/>
                <a:moveTo>
                  <a:pt x="455950" y="284902"/>
                </a:moveTo>
                <a:lnTo>
                  <a:pt x="348794" y="456352"/>
                </a:lnTo>
                <a:cubicBezTo>
                  <a:pt x="343168" y="465326"/>
                  <a:pt x="333524" y="470952"/>
                  <a:pt x="322942" y="471488"/>
                </a:cubicBezTo>
                <a:cubicBezTo>
                  <a:pt x="312360" y="472023"/>
                  <a:pt x="302181" y="467201"/>
                  <a:pt x="295885" y="458629"/>
                </a:cubicBezTo>
                <a:lnTo>
                  <a:pt x="231591" y="372904"/>
                </a:lnTo>
                <a:cubicBezTo>
                  <a:pt x="220876" y="358706"/>
                  <a:pt x="223823" y="338614"/>
                  <a:pt x="238021" y="327898"/>
                </a:cubicBezTo>
                <a:cubicBezTo>
                  <a:pt x="252219" y="317183"/>
                  <a:pt x="272311" y="320129"/>
                  <a:pt x="283026" y="334328"/>
                </a:cubicBezTo>
                <a:lnTo>
                  <a:pt x="319192" y="382548"/>
                </a:lnTo>
                <a:lnTo>
                  <a:pt x="401434" y="250880"/>
                </a:lnTo>
                <a:cubicBezTo>
                  <a:pt x="410810" y="235878"/>
                  <a:pt x="430634" y="231190"/>
                  <a:pt x="445770" y="240700"/>
                </a:cubicBezTo>
                <a:cubicBezTo>
                  <a:pt x="460906" y="250210"/>
                  <a:pt x="465460" y="269900"/>
                  <a:pt x="455950" y="285036"/>
                </a:cubicBez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5" name="Text 2"/>
          <p:cNvSpPr/>
          <p:nvPr/>
        </p:nvSpPr>
        <p:spPr>
          <a:xfrm>
            <a:off x="2295525" y="1381125"/>
            <a:ext cx="76009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8F9F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 завершён!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210502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</p:sp>
      <p:sp>
        <p:nvSpPr>
          <p:cNvPr id="7" name="Text 4"/>
          <p:cNvSpPr/>
          <p:nvPr/>
        </p:nvSpPr>
        <p:spPr>
          <a:xfrm>
            <a:off x="2381250" y="237172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9FA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GreenStock2 — готовое решение для автоматизации складского учёта семян и растений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541663" y="3419475"/>
            <a:ext cx="5105400" cy="2171700"/>
          </a:xfrm>
          <a:custGeom>
            <a:avLst/>
            <a:gdLst/>
            <a:ahLst/>
            <a:cxnLst/>
            <a:rect l="l" t="t" r="r" b="b"/>
            <a:pathLst>
              <a:path w="5105400" h="2171700">
                <a:moveTo>
                  <a:pt x="152410" y="0"/>
                </a:moveTo>
                <a:lnTo>
                  <a:pt x="4952990" y="0"/>
                </a:lnTo>
                <a:cubicBezTo>
                  <a:pt x="5037164" y="0"/>
                  <a:pt x="5105400" y="68236"/>
                  <a:pt x="5105400" y="152410"/>
                </a:cubicBezTo>
                <a:lnTo>
                  <a:pt x="5105400" y="2019290"/>
                </a:lnTo>
                <a:cubicBezTo>
                  <a:pt x="5105400" y="2103464"/>
                  <a:pt x="5037164" y="2171700"/>
                  <a:pt x="4952990" y="2171700"/>
                </a:cubicBezTo>
                <a:lnTo>
                  <a:pt x="152410" y="2171700"/>
                </a:lnTo>
                <a:cubicBezTo>
                  <a:pt x="68236" y="2171700"/>
                  <a:pt x="0" y="2103464"/>
                  <a:pt x="0" y="20192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84886" y="38385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16465" y="266149"/>
                </a:moveTo>
                <a:cubicBezTo>
                  <a:pt x="116465" y="267489"/>
                  <a:pt x="114925" y="268560"/>
                  <a:pt x="112983" y="268560"/>
                </a:cubicBezTo>
                <a:cubicBezTo>
                  <a:pt x="110773" y="268761"/>
                  <a:pt x="109232" y="267690"/>
                  <a:pt x="109232" y="266149"/>
                </a:cubicBezTo>
                <a:cubicBezTo>
                  <a:pt x="109232" y="264810"/>
                  <a:pt x="110773" y="263738"/>
                  <a:pt x="112715" y="263738"/>
                </a:cubicBezTo>
                <a:cubicBezTo>
                  <a:pt x="114724" y="263537"/>
                  <a:pt x="116465" y="264609"/>
                  <a:pt x="116465" y="266149"/>
                </a:cubicBezTo>
                <a:close/>
                <a:moveTo>
                  <a:pt x="95637" y="263136"/>
                </a:moveTo>
                <a:cubicBezTo>
                  <a:pt x="95168" y="264475"/>
                  <a:pt x="96508" y="266015"/>
                  <a:pt x="98517" y="266417"/>
                </a:cubicBezTo>
                <a:cubicBezTo>
                  <a:pt x="100258" y="267087"/>
                  <a:pt x="102267" y="266417"/>
                  <a:pt x="102669" y="265078"/>
                </a:cubicBezTo>
                <a:cubicBezTo>
                  <a:pt x="103071" y="263738"/>
                  <a:pt x="101798" y="262198"/>
                  <a:pt x="99789" y="261595"/>
                </a:cubicBezTo>
                <a:cubicBezTo>
                  <a:pt x="98048" y="261126"/>
                  <a:pt x="96106" y="261796"/>
                  <a:pt x="95637" y="263136"/>
                </a:cubicBezTo>
                <a:close/>
                <a:moveTo>
                  <a:pt x="125239" y="261997"/>
                </a:moveTo>
                <a:cubicBezTo>
                  <a:pt x="123297" y="262466"/>
                  <a:pt x="121957" y="263738"/>
                  <a:pt x="122158" y="265279"/>
                </a:cubicBezTo>
                <a:cubicBezTo>
                  <a:pt x="122359" y="266618"/>
                  <a:pt x="124100" y="267489"/>
                  <a:pt x="126110" y="267020"/>
                </a:cubicBezTo>
                <a:cubicBezTo>
                  <a:pt x="128052" y="266551"/>
                  <a:pt x="129391" y="265279"/>
                  <a:pt x="129190" y="263939"/>
                </a:cubicBezTo>
                <a:cubicBezTo>
                  <a:pt x="128989" y="262667"/>
                  <a:pt x="127181" y="261796"/>
                  <a:pt x="125239" y="261997"/>
                </a:cubicBezTo>
                <a:close/>
                <a:moveTo>
                  <a:pt x="169307" y="5358"/>
                </a:moveTo>
                <a:cubicBezTo>
                  <a:pt x="76416" y="5358"/>
                  <a:pt x="5358" y="75880"/>
                  <a:pt x="5358" y="168771"/>
                </a:cubicBezTo>
                <a:cubicBezTo>
                  <a:pt x="5358" y="243044"/>
                  <a:pt x="52105" y="306601"/>
                  <a:pt x="118876" y="328970"/>
                </a:cubicBezTo>
                <a:cubicBezTo>
                  <a:pt x="127449" y="330510"/>
                  <a:pt x="130463" y="325219"/>
                  <a:pt x="130463" y="320866"/>
                </a:cubicBezTo>
                <a:cubicBezTo>
                  <a:pt x="130463" y="316714"/>
                  <a:pt x="130262" y="293809"/>
                  <a:pt x="130262" y="279745"/>
                </a:cubicBezTo>
                <a:cubicBezTo>
                  <a:pt x="130262" y="279745"/>
                  <a:pt x="83381" y="289791"/>
                  <a:pt x="73536" y="259787"/>
                </a:cubicBezTo>
                <a:cubicBezTo>
                  <a:pt x="73536" y="259787"/>
                  <a:pt x="65901" y="240298"/>
                  <a:pt x="54918" y="235275"/>
                </a:cubicBezTo>
                <a:cubicBezTo>
                  <a:pt x="54918" y="235275"/>
                  <a:pt x="39581" y="224760"/>
                  <a:pt x="55989" y="224961"/>
                </a:cubicBezTo>
                <a:cubicBezTo>
                  <a:pt x="55989" y="224961"/>
                  <a:pt x="72665" y="226301"/>
                  <a:pt x="81841" y="242240"/>
                </a:cubicBezTo>
                <a:cubicBezTo>
                  <a:pt x="96508" y="268092"/>
                  <a:pt x="121087" y="260658"/>
                  <a:pt x="130664" y="256237"/>
                </a:cubicBezTo>
                <a:cubicBezTo>
                  <a:pt x="132204" y="245522"/>
                  <a:pt x="136557" y="238088"/>
                  <a:pt x="141379" y="233668"/>
                </a:cubicBezTo>
                <a:cubicBezTo>
                  <a:pt x="103942" y="229515"/>
                  <a:pt x="66169" y="224091"/>
                  <a:pt x="66169" y="159663"/>
                </a:cubicBezTo>
                <a:cubicBezTo>
                  <a:pt x="66169" y="141245"/>
                  <a:pt x="71259" y="132003"/>
                  <a:pt x="81975" y="120216"/>
                </a:cubicBezTo>
                <a:cubicBezTo>
                  <a:pt x="80233" y="115863"/>
                  <a:pt x="74541" y="97914"/>
                  <a:pt x="83716" y="74741"/>
                </a:cubicBezTo>
                <a:cubicBezTo>
                  <a:pt x="97713" y="70388"/>
                  <a:pt x="129927" y="92824"/>
                  <a:pt x="129927" y="92824"/>
                </a:cubicBezTo>
                <a:cubicBezTo>
                  <a:pt x="143321" y="89074"/>
                  <a:pt x="157721" y="87131"/>
                  <a:pt x="171986" y="87131"/>
                </a:cubicBezTo>
                <a:cubicBezTo>
                  <a:pt x="186251" y="87131"/>
                  <a:pt x="200650" y="89074"/>
                  <a:pt x="214045" y="92824"/>
                </a:cubicBezTo>
                <a:cubicBezTo>
                  <a:pt x="214045" y="92824"/>
                  <a:pt x="246258" y="70321"/>
                  <a:pt x="260256" y="74741"/>
                </a:cubicBezTo>
                <a:cubicBezTo>
                  <a:pt x="269431" y="97981"/>
                  <a:pt x="263738" y="115863"/>
                  <a:pt x="261997" y="120216"/>
                </a:cubicBezTo>
                <a:cubicBezTo>
                  <a:pt x="272713" y="132070"/>
                  <a:pt x="279276" y="141312"/>
                  <a:pt x="279276" y="159663"/>
                </a:cubicBezTo>
                <a:cubicBezTo>
                  <a:pt x="279276" y="224291"/>
                  <a:pt x="239829" y="229448"/>
                  <a:pt x="202391" y="233668"/>
                </a:cubicBezTo>
                <a:cubicBezTo>
                  <a:pt x="208553" y="238958"/>
                  <a:pt x="213777" y="249004"/>
                  <a:pt x="213777" y="264743"/>
                </a:cubicBezTo>
                <a:cubicBezTo>
                  <a:pt x="213777" y="287313"/>
                  <a:pt x="213576" y="315240"/>
                  <a:pt x="213576" y="320732"/>
                </a:cubicBezTo>
                <a:cubicBezTo>
                  <a:pt x="213576" y="325085"/>
                  <a:pt x="216657" y="330376"/>
                  <a:pt x="225162" y="328836"/>
                </a:cubicBezTo>
                <a:cubicBezTo>
                  <a:pt x="292135" y="306601"/>
                  <a:pt x="337542" y="243044"/>
                  <a:pt x="337542" y="168771"/>
                </a:cubicBezTo>
                <a:cubicBezTo>
                  <a:pt x="337542" y="75880"/>
                  <a:pt x="262198" y="5358"/>
                  <a:pt x="169307" y="5358"/>
                </a:cubicBezTo>
                <a:close/>
                <a:moveTo>
                  <a:pt x="70455" y="236347"/>
                </a:moveTo>
                <a:cubicBezTo>
                  <a:pt x="69585" y="237016"/>
                  <a:pt x="69786" y="238557"/>
                  <a:pt x="70924" y="239829"/>
                </a:cubicBezTo>
                <a:cubicBezTo>
                  <a:pt x="71996" y="240901"/>
                  <a:pt x="73536" y="241369"/>
                  <a:pt x="74407" y="240499"/>
                </a:cubicBezTo>
                <a:cubicBezTo>
                  <a:pt x="75277" y="239829"/>
                  <a:pt x="75076" y="238289"/>
                  <a:pt x="73938" y="237016"/>
                </a:cubicBezTo>
                <a:cubicBezTo>
                  <a:pt x="72866" y="235945"/>
                  <a:pt x="71326" y="235476"/>
                  <a:pt x="70455" y="236347"/>
                </a:cubicBezTo>
                <a:close/>
                <a:moveTo>
                  <a:pt x="63222" y="230922"/>
                </a:moveTo>
                <a:cubicBezTo>
                  <a:pt x="62753" y="231792"/>
                  <a:pt x="63423" y="232864"/>
                  <a:pt x="64763" y="233534"/>
                </a:cubicBezTo>
                <a:cubicBezTo>
                  <a:pt x="65834" y="234203"/>
                  <a:pt x="67174" y="234002"/>
                  <a:pt x="67642" y="233065"/>
                </a:cubicBezTo>
                <a:cubicBezTo>
                  <a:pt x="68111" y="232194"/>
                  <a:pt x="67441" y="231123"/>
                  <a:pt x="66102" y="230453"/>
                </a:cubicBezTo>
                <a:cubicBezTo>
                  <a:pt x="64763" y="230051"/>
                  <a:pt x="63691" y="230252"/>
                  <a:pt x="63222" y="230922"/>
                </a:cubicBezTo>
                <a:close/>
                <a:moveTo>
                  <a:pt x="84921" y="254764"/>
                </a:moveTo>
                <a:cubicBezTo>
                  <a:pt x="83850" y="255635"/>
                  <a:pt x="84252" y="257644"/>
                  <a:pt x="85792" y="258916"/>
                </a:cubicBezTo>
                <a:cubicBezTo>
                  <a:pt x="87332" y="260457"/>
                  <a:pt x="89275" y="260658"/>
                  <a:pt x="90145" y="259586"/>
                </a:cubicBezTo>
                <a:cubicBezTo>
                  <a:pt x="91016" y="258715"/>
                  <a:pt x="90614" y="256706"/>
                  <a:pt x="89275" y="255434"/>
                </a:cubicBezTo>
                <a:cubicBezTo>
                  <a:pt x="87801" y="253893"/>
                  <a:pt x="85792" y="253692"/>
                  <a:pt x="84921" y="254764"/>
                </a:cubicBezTo>
                <a:close/>
                <a:moveTo>
                  <a:pt x="77286" y="244919"/>
                </a:moveTo>
                <a:cubicBezTo>
                  <a:pt x="76215" y="245589"/>
                  <a:pt x="76215" y="247330"/>
                  <a:pt x="77286" y="248870"/>
                </a:cubicBezTo>
                <a:cubicBezTo>
                  <a:pt x="78358" y="250411"/>
                  <a:pt x="80166" y="251080"/>
                  <a:pt x="81037" y="250411"/>
                </a:cubicBezTo>
                <a:cubicBezTo>
                  <a:pt x="82108" y="249540"/>
                  <a:pt x="82108" y="247799"/>
                  <a:pt x="81037" y="246258"/>
                </a:cubicBezTo>
                <a:cubicBezTo>
                  <a:pt x="80099" y="244718"/>
                  <a:pt x="78358" y="244048"/>
                  <a:pt x="77286" y="244919"/>
                </a:cubicBez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10" name="Text 7"/>
          <p:cNvSpPr/>
          <p:nvPr/>
        </p:nvSpPr>
        <p:spPr>
          <a:xfrm>
            <a:off x="4623048" y="3724275"/>
            <a:ext cx="3609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Репозиторий проекта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623048" y="3990975"/>
            <a:ext cx="3638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github.com/1justauser/GreenStock2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46463" y="4524375"/>
            <a:ext cx="1400175" cy="762000"/>
          </a:xfrm>
          <a:custGeom>
            <a:avLst/>
            <a:gdLst/>
            <a:ahLst/>
            <a:cxnLst/>
            <a:rect l="l" t="t" r="r" b="b"/>
            <a:pathLst>
              <a:path w="1400175" h="762000">
                <a:moveTo>
                  <a:pt x="76200" y="0"/>
                </a:moveTo>
                <a:lnTo>
                  <a:pt x="1323975" y="0"/>
                </a:lnTo>
                <a:cubicBezTo>
                  <a:pt x="1366031" y="0"/>
                  <a:pt x="1400175" y="34144"/>
                  <a:pt x="1400175" y="76200"/>
                </a:cubicBezTo>
                <a:lnTo>
                  <a:pt x="1400175" y="685800"/>
                </a:lnTo>
                <a:cubicBezTo>
                  <a:pt x="1400175" y="727856"/>
                  <a:pt x="1366031" y="762000"/>
                  <a:pt x="13239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3889325" y="4638675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27425" y="498157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Задача выполнена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396954" y="4524375"/>
            <a:ext cx="1400175" cy="762000"/>
          </a:xfrm>
          <a:custGeom>
            <a:avLst/>
            <a:gdLst/>
            <a:ahLst/>
            <a:cxnLst/>
            <a:rect l="l" t="t" r="r" b="b"/>
            <a:pathLst>
              <a:path w="1400175" h="762000">
                <a:moveTo>
                  <a:pt x="76200" y="0"/>
                </a:moveTo>
                <a:lnTo>
                  <a:pt x="1323975" y="0"/>
                </a:lnTo>
                <a:cubicBezTo>
                  <a:pt x="1366031" y="0"/>
                  <a:pt x="1400175" y="34144"/>
                  <a:pt x="1400175" y="76200"/>
                </a:cubicBezTo>
                <a:lnTo>
                  <a:pt x="1400175" y="685800"/>
                </a:lnTo>
                <a:cubicBezTo>
                  <a:pt x="1400175" y="727856"/>
                  <a:pt x="1366031" y="762000"/>
                  <a:pt x="13239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5439817" y="4638675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77917" y="498157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Тест-кейсов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947446" y="4524375"/>
            <a:ext cx="1400175" cy="762000"/>
          </a:xfrm>
          <a:custGeom>
            <a:avLst/>
            <a:gdLst/>
            <a:ahLst/>
            <a:cxnLst/>
            <a:rect l="l" t="t" r="r" b="b"/>
            <a:pathLst>
              <a:path w="1400175" h="762000">
                <a:moveTo>
                  <a:pt x="76200" y="0"/>
                </a:moveTo>
                <a:lnTo>
                  <a:pt x="1323975" y="0"/>
                </a:lnTo>
                <a:cubicBezTo>
                  <a:pt x="1366031" y="0"/>
                  <a:pt x="1400175" y="34144"/>
                  <a:pt x="1400175" y="76200"/>
                </a:cubicBezTo>
                <a:lnTo>
                  <a:pt x="1400175" y="685800"/>
                </a:lnTo>
                <a:cubicBezTo>
                  <a:pt x="1400175" y="727856"/>
                  <a:pt x="1366031" y="762000"/>
                  <a:pt x="1323975" y="762000"/>
                </a:cubicBezTo>
                <a:lnTo>
                  <a:pt x="76200" y="762000"/>
                </a:lnTo>
                <a:cubicBezTo>
                  <a:pt x="34144" y="762000"/>
                  <a:pt x="0" y="727856"/>
                  <a:pt x="0" y="685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9FA">
              <a:alpha val="10196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6990308" y="4638675"/>
            <a:ext cx="1314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D4A37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28408" y="4981575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9F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Дней работы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3832324" y="5895975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Суслов Георгий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837087" y="6162675"/>
            <a:ext cx="175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Аналитик-Тестировщик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5856982" y="5895975"/>
            <a:ext cx="9525" cy="495300"/>
          </a:xfrm>
          <a:custGeom>
            <a:avLst/>
            <a:gdLst/>
            <a:ahLst/>
            <a:cxnLst/>
            <a:rect l="l" t="t" r="r" b="b"/>
            <a:pathLst>
              <a:path w="9525" h="495300">
                <a:moveTo>
                  <a:pt x="0" y="0"/>
                </a:moveTo>
                <a:lnTo>
                  <a:pt x="9525" y="0"/>
                </a:lnTo>
                <a:lnTo>
                  <a:pt x="95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F8F9FA">
              <a:alpha val="3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6128445" y="5895975"/>
            <a:ext cx="2228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Шамсутдинов Нурсултан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133207" y="6162675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9FA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Разработчик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1168</Words>
  <Application>Microsoft Office PowerPoint</Application>
  <PresentationFormat>Широкоэкранный</PresentationFormat>
  <Paragraphs>392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Liter</vt:lpstr>
      <vt:lpstr>Quattrocento Sans</vt:lpstr>
      <vt:lpstr>Calibri</vt:lpstr>
      <vt:lpstr>Arial</vt:lpstr>
      <vt:lpstr>微软雅黑</vt:lpstr>
      <vt:lpstr>Custom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GreenStock2: Складской учёт семян и растений</dc:title>
  <dc:subject>GreenStock2: Складской учёт семян и растений</dc:subject>
  <dc:creator>Kimi</dc:creator>
  <cp:lastModifiedBy>fwfwe fwewef</cp:lastModifiedBy>
  <cp:revision>3</cp:revision>
  <dcterms:created xsi:type="dcterms:W3CDTF">2026-03-26T15:58:06Z</dcterms:created>
  <dcterms:modified xsi:type="dcterms:W3CDTF">2026-03-26T18:58:08Z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{"Label":"GreenStock2: Складской учёт семян и растений","ContentProducer":"001191110108MACG2KBH8F10000","ProduceID":"19d2ad92-7a72-8537-8000-000065c10755","ReservedCode1":"","ContentPropagator":"001191110108MACG2KBH8F20000","PropagateID":"19d2ad92-7a72-8537-8000-000065c10755","ReservedCode2":""}</vt:lpwstr>
  </property>
</Properties>
</file>